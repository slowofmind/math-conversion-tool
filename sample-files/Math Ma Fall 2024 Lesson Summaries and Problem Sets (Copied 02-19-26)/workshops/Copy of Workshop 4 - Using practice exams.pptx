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3"/>
    <p:sldMasterId id="214748367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Proxima Nova"/>
      <p:regular r:id="rId20"/>
      <p:bold r:id="rId21"/>
      <p:italic r:id="rId22"/>
      <p:boldItalic r:id="rId23"/>
    </p:embeddedFont>
    <p:embeddedFont>
      <p:font typeface="Bebas Neue"/>
      <p:regular r:id="rId24"/>
    </p:embeddedFont>
    <p:embeddedFont>
      <p:font typeface="Domine"/>
      <p:regular r:id="rId25"/>
      <p:bold r:id="rId26"/>
    </p:embeddedFont>
    <p:embeddedFont>
      <p:font typeface="Albert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roximaNova-regular.fntdata"/><Relationship Id="rId22" Type="http://schemas.openxmlformats.org/officeDocument/2006/relationships/font" Target="fonts/ProximaNova-italic.fntdata"/><Relationship Id="rId21" Type="http://schemas.openxmlformats.org/officeDocument/2006/relationships/font" Target="fonts/ProximaNova-bold.fntdata"/><Relationship Id="rId24" Type="http://schemas.openxmlformats.org/officeDocument/2006/relationships/font" Target="fonts/BebasNeue-regular.fntdata"/><Relationship Id="rId23" Type="http://schemas.openxmlformats.org/officeDocument/2006/relationships/font" Target="fonts/ProximaNova-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Domine-bold.fntdata"/><Relationship Id="rId25" Type="http://schemas.openxmlformats.org/officeDocument/2006/relationships/font" Target="fonts/Domine-regular.fntdata"/><Relationship Id="rId28" Type="http://schemas.openxmlformats.org/officeDocument/2006/relationships/font" Target="fonts/AlbertSans-bold.fntdata"/><Relationship Id="rId27" Type="http://schemas.openxmlformats.org/officeDocument/2006/relationships/font" Target="fonts/AlbertSan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AlbertSans-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Albert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10fb8bc67f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10fb8bc67f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saw in last week’s workshop that testing yourself is more effective than studying / rereading. This means that testing yourself by actually trying to do practice exams is much more effective than just reading the solutions.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830316818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2830316818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8303168185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8303168185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It’s not surprising that the people who had answers did better! But it’s a pretty strong indication </a:t>
            </a:r>
            <a:r>
              <a:rPr lang="en"/>
              <a:t>that they did look at the answers.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8303168185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830316818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Give students a minute to discuss.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8303168185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8303168185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830316818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830316818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28303168185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28303168185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8303168185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28303168185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8303168185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28303168185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8303168185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28303168185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83efa5db1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283efa5db1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283efa5db1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283efa5db17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3e5b6de4b2_0_275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23e5b6de4b2_0_27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04550" y="761800"/>
            <a:ext cx="6054300" cy="1862100"/>
          </a:xfrm>
          <a:prstGeom prst="rect">
            <a:avLst/>
          </a:prstGeom>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5200"/>
              <a:buNone/>
              <a:defRPr sz="50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704550" y="2726026"/>
            <a:ext cx="6054300" cy="436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cxnSp>
        <p:nvCxnSpPr>
          <p:cNvPr id="11" name="Google Shape;11;p2"/>
          <p:cNvCxnSpPr/>
          <p:nvPr/>
        </p:nvCxnSpPr>
        <p:spPr>
          <a:xfrm>
            <a:off x="704550" y="250763"/>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12" name="Google Shape;12;p2"/>
          <p:cNvCxnSpPr/>
          <p:nvPr/>
        </p:nvCxnSpPr>
        <p:spPr>
          <a:xfrm>
            <a:off x="704550" y="4892738"/>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13" name="Google Shape;13;p2"/>
          <p:cNvCxnSpPr/>
          <p:nvPr/>
        </p:nvCxnSpPr>
        <p:spPr>
          <a:xfrm flipH="1" rot="10800000">
            <a:off x="7003418" y="4719950"/>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cxnSp>
        <p:nvCxnSpPr>
          <p:cNvPr id="14" name="Google Shape;14;p2"/>
          <p:cNvCxnSpPr/>
          <p:nvPr/>
        </p:nvCxnSpPr>
        <p:spPr>
          <a:xfrm flipH="1" rot="10800000">
            <a:off x="704543" y="77975"/>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sp>
        <p:nvSpPr>
          <p:cNvPr id="15" name="Google Shape;15;p2"/>
          <p:cNvSpPr/>
          <p:nvPr/>
        </p:nvSpPr>
        <p:spPr>
          <a:xfrm>
            <a:off x="8552575" y="193325"/>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8552575" y="4636363"/>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424325" y="334325"/>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476525" y="4835300"/>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3"/>
          <p:cNvSpPr txBox="1"/>
          <p:nvPr>
            <p:ph type="title"/>
          </p:nvPr>
        </p:nvSpPr>
        <p:spPr>
          <a:xfrm>
            <a:off x="1348775" y="2469451"/>
            <a:ext cx="4360200" cy="1232400"/>
          </a:xfrm>
          <a:prstGeom prst="rect">
            <a:avLst/>
          </a:prstGeom>
        </p:spPr>
        <p:txBody>
          <a:bodyPr anchorCtr="0" anchor="t" bIns="91425" lIns="91425" spcFirstLastPara="1" rIns="91425" wrap="square" tIns="91425">
            <a:noAutofit/>
          </a:bodyPr>
          <a:lstStyle>
            <a:lvl1pPr lvl="0">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21" name="Google Shape;21;p3"/>
          <p:cNvSpPr txBox="1"/>
          <p:nvPr>
            <p:ph hasCustomPrompt="1" idx="2" type="title"/>
          </p:nvPr>
        </p:nvSpPr>
        <p:spPr>
          <a:xfrm>
            <a:off x="1348775" y="1441645"/>
            <a:ext cx="1089900" cy="102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6000"/>
              <a:buNone/>
              <a:defRPr sz="4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cxnSp>
        <p:nvCxnSpPr>
          <p:cNvPr id="22" name="Google Shape;22;p3"/>
          <p:cNvCxnSpPr/>
          <p:nvPr/>
        </p:nvCxnSpPr>
        <p:spPr>
          <a:xfrm rot="10800000">
            <a:off x="704550" y="250763"/>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23" name="Google Shape;23;p3"/>
          <p:cNvCxnSpPr/>
          <p:nvPr/>
        </p:nvCxnSpPr>
        <p:spPr>
          <a:xfrm rot="10800000">
            <a:off x="704550" y="4892738"/>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24" name="Google Shape;24;p3"/>
          <p:cNvCxnSpPr/>
          <p:nvPr/>
        </p:nvCxnSpPr>
        <p:spPr>
          <a:xfrm flipH="1" rot="10800000">
            <a:off x="6995857" y="4719950"/>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cxnSp>
        <p:nvCxnSpPr>
          <p:cNvPr id="25" name="Google Shape;25;p3"/>
          <p:cNvCxnSpPr/>
          <p:nvPr/>
        </p:nvCxnSpPr>
        <p:spPr>
          <a:xfrm rot="10800000">
            <a:off x="6995857" y="77975"/>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sp>
        <p:nvSpPr>
          <p:cNvPr id="26" name="Google Shape;26;p3"/>
          <p:cNvSpPr/>
          <p:nvPr/>
        </p:nvSpPr>
        <p:spPr>
          <a:xfrm flipH="1">
            <a:off x="8552575" y="334325"/>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flipH="1">
            <a:off x="8552575" y="4636375"/>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sp>
        <p:nvSpPr>
          <p:cNvPr id="29" name="Google Shape;29;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a:lvl1pPr>
            <a:lvl2pPr lvl="1" rtl="0">
              <a:lnSpc>
                <a:spcPct val="100000"/>
              </a:lnSpc>
              <a:spcBef>
                <a:spcPts val="0"/>
              </a:spcBef>
              <a:spcAft>
                <a:spcPts val="0"/>
              </a:spcAft>
              <a:buSzPts val="2800"/>
              <a:buNone/>
              <a:defRPr/>
            </a:lvl2pPr>
            <a:lvl3pPr lvl="2" rtl="0">
              <a:lnSpc>
                <a:spcPct val="100000"/>
              </a:lnSpc>
              <a:spcBef>
                <a:spcPts val="0"/>
              </a:spcBef>
              <a:spcAft>
                <a:spcPts val="0"/>
              </a:spcAft>
              <a:buSzPts val="2800"/>
              <a:buNone/>
              <a:defRPr/>
            </a:lvl3pPr>
            <a:lvl4pPr lvl="3" rtl="0">
              <a:lnSpc>
                <a:spcPct val="100000"/>
              </a:lnSpc>
              <a:spcBef>
                <a:spcPts val="0"/>
              </a:spcBef>
              <a:spcAft>
                <a:spcPts val="0"/>
              </a:spcAft>
              <a:buSzPts val="2800"/>
              <a:buNone/>
              <a:defRPr/>
            </a:lvl4pPr>
            <a:lvl5pPr lvl="4" rtl="0">
              <a:lnSpc>
                <a:spcPct val="100000"/>
              </a:lnSpc>
              <a:spcBef>
                <a:spcPts val="0"/>
              </a:spcBef>
              <a:spcAft>
                <a:spcPts val="0"/>
              </a:spcAft>
              <a:buSzPts val="2800"/>
              <a:buNone/>
              <a:defRPr/>
            </a:lvl5pPr>
            <a:lvl6pPr lvl="5" rtl="0">
              <a:lnSpc>
                <a:spcPct val="100000"/>
              </a:lnSpc>
              <a:spcBef>
                <a:spcPts val="0"/>
              </a:spcBef>
              <a:spcAft>
                <a:spcPts val="0"/>
              </a:spcAft>
              <a:buSzPts val="2800"/>
              <a:buNone/>
              <a:defRPr/>
            </a:lvl6pPr>
            <a:lvl7pPr lvl="6" rtl="0">
              <a:lnSpc>
                <a:spcPct val="100000"/>
              </a:lnSpc>
              <a:spcBef>
                <a:spcPts val="0"/>
              </a:spcBef>
              <a:spcAft>
                <a:spcPts val="0"/>
              </a:spcAft>
              <a:buSzPts val="2800"/>
              <a:buNone/>
              <a:defRPr/>
            </a:lvl7pPr>
            <a:lvl8pPr lvl="7" rtl="0">
              <a:lnSpc>
                <a:spcPct val="100000"/>
              </a:lnSpc>
              <a:spcBef>
                <a:spcPts val="0"/>
              </a:spcBef>
              <a:spcAft>
                <a:spcPts val="0"/>
              </a:spcAft>
              <a:buSzPts val="2800"/>
              <a:buNone/>
              <a:defRPr/>
            </a:lvl8pPr>
            <a:lvl9pPr lvl="8" rtl="0">
              <a:lnSpc>
                <a:spcPct val="100000"/>
              </a:lnSpc>
              <a:spcBef>
                <a:spcPts val="0"/>
              </a:spcBef>
              <a:spcAft>
                <a:spcPts val="0"/>
              </a:spcAft>
              <a:buSzPts val="2800"/>
              <a:buNone/>
              <a:defRPr/>
            </a:lvl9pPr>
          </a:lstStyle>
          <a:p/>
        </p:txBody>
      </p:sp>
      <p:sp>
        <p:nvSpPr>
          <p:cNvPr id="30" name="Google Shape;30;p4"/>
          <p:cNvSpPr txBox="1"/>
          <p:nvPr>
            <p:ph idx="1" type="body"/>
          </p:nvPr>
        </p:nvSpPr>
        <p:spPr>
          <a:xfrm>
            <a:off x="720000" y="1093450"/>
            <a:ext cx="7704000" cy="4746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Char char="●"/>
              <a:defRPr/>
            </a:lvl1pPr>
            <a:lvl2pPr indent="-304800" lvl="1" marL="914400" rtl="0">
              <a:lnSpc>
                <a:spcPct val="100000"/>
              </a:lnSpc>
              <a:spcBef>
                <a:spcPts val="0"/>
              </a:spcBef>
              <a:spcAft>
                <a:spcPts val="0"/>
              </a:spcAft>
              <a:buSzPts val="1200"/>
              <a:buChar char="○"/>
              <a:defRPr/>
            </a:lvl2pPr>
            <a:lvl3pPr indent="-304800" lvl="2" marL="1371600" rtl="0">
              <a:lnSpc>
                <a:spcPct val="100000"/>
              </a:lnSpc>
              <a:spcBef>
                <a:spcPts val="0"/>
              </a:spcBef>
              <a:spcAft>
                <a:spcPts val="0"/>
              </a:spcAft>
              <a:buSzPts val="1200"/>
              <a:buChar char="■"/>
              <a:defRPr/>
            </a:lvl3pPr>
            <a:lvl4pPr indent="-304800" lvl="3" marL="1828800" rtl="0">
              <a:lnSpc>
                <a:spcPct val="100000"/>
              </a:lnSpc>
              <a:spcBef>
                <a:spcPts val="0"/>
              </a:spcBef>
              <a:spcAft>
                <a:spcPts val="0"/>
              </a:spcAft>
              <a:buSzPts val="1200"/>
              <a:buChar char="●"/>
              <a:defRPr/>
            </a:lvl4pPr>
            <a:lvl5pPr indent="-304800" lvl="4" marL="2286000" rtl="0">
              <a:lnSpc>
                <a:spcPct val="100000"/>
              </a:lnSpc>
              <a:spcBef>
                <a:spcPts val="0"/>
              </a:spcBef>
              <a:spcAft>
                <a:spcPts val="0"/>
              </a:spcAft>
              <a:buSzPts val="1200"/>
              <a:buChar char="○"/>
              <a:defRPr/>
            </a:lvl5pPr>
            <a:lvl6pPr indent="-304800" lvl="5" marL="2743200" rtl="0">
              <a:lnSpc>
                <a:spcPct val="100000"/>
              </a:lnSpc>
              <a:spcBef>
                <a:spcPts val="0"/>
              </a:spcBef>
              <a:spcAft>
                <a:spcPts val="0"/>
              </a:spcAft>
              <a:buSzPts val="1200"/>
              <a:buChar char="■"/>
              <a:defRPr/>
            </a:lvl6pPr>
            <a:lvl7pPr indent="-304800" lvl="6" marL="3200400" rtl="0">
              <a:lnSpc>
                <a:spcPct val="100000"/>
              </a:lnSpc>
              <a:spcBef>
                <a:spcPts val="0"/>
              </a:spcBef>
              <a:spcAft>
                <a:spcPts val="0"/>
              </a:spcAft>
              <a:buSzPts val="1200"/>
              <a:buChar char="●"/>
              <a:defRPr/>
            </a:lvl7pPr>
            <a:lvl8pPr indent="-304800" lvl="7" marL="3657600" rtl="0">
              <a:lnSpc>
                <a:spcPct val="100000"/>
              </a:lnSpc>
              <a:spcBef>
                <a:spcPts val="0"/>
              </a:spcBef>
              <a:spcAft>
                <a:spcPts val="0"/>
              </a:spcAft>
              <a:buSzPts val="1200"/>
              <a:buChar char="○"/>
              <a:defRPr/>
            </a:lvl8pPr>
            <a:lvl9pPr indent="-304800" lvl="8" marL="4114800" rtl="0">
              <a:lnSpc>
                <a:spcPct val="100000"/>
              </a:lnSpc>
              <a:spcBef>
                <a:spcPts val="0"/>
              </a:spcBef>
              <a:spcAft>
                <a:spcPts val="0"/>
              </a:spcAft>
              <a:buSzPts val="1200"/>
              <a:buChar char="■"/>
              <a:defRPr/>
            </a:lvl9pPr>
          </a:lstStyle>
          <a:p/>
        </p:txBody>
      </p:sp>
      <p:cxnSp>
        <p:nvCxnSpPr>
          <p:cNvPr id="31" name="Google Shape;31;p4"/>
          <p:cNvCxnSpPr/>
          <p:nvPr/>
        </p:nvCxnSpPr>
        <p:spPr>
          <a:xfrm>
            <a:off x="704550" y="4892738"/>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32" name="Google Shape;32;p4"/>
          <p:cNvCxnSpPr/>
          <p:nvPr/>
        </p:nvCxnSpPr>
        <p:spPr>
          <a:xfrm flipH="1" rot="10800000">
            <a:off x="704543" y="4719950"/>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sp>
        <p:nvSpPr>
          <p:cNvPr id="33" name="Google Shape;33;p4"/>
          <p:cNvSpPr/>
          <p:nvPr/>
        </p:nvSpPr>
        <p:spPr>
          <a:xfrm>
            <a:off x="476525" y="5004986"/>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 name="Google Shape;34;p4"/>
          <p:cNvCxnSpPr/>
          <p:nvPr/>
        </p:nvCxnSpPr>
        <p:spPr>
          <a:xfrm>
            <a:off x="704550" y="250763"/>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35" name="Google Shape;35;p4"/>
          <p:cNvCxnSpPr/>
          <p:nvPr/>
        </p:nvCxnSpPr>
        <p:spPr>
          <a:xfrm flipH="1" rot="10800000">
            <a:off x="6985293" y="77975"/>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sp>
        <p:nvSpPr>
          <p:cNvPr id="36" name="Google Shape;36;p4"/>
          <p:cNvSpPr/>
          <p:nvPr/>
        </p:nvSpPr>
        <p:spPr>
          <a:xfrm>
            <a:off x="8552575" y="18251"/>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7" name="Shape 37"/>
        <p:cNvGrpSpPr/>
        <p:nvPr/>
      </p:nvGrpSpPr>
      <p:grpSpPr>
        <a:xfrm>
          <a:off x="0" y="0"/>
          <a:ext cx="0" cy="0"/>
          <a:chOff x="0" y="0"/>
          <a:chExt cx="0" cy="0"/>
        </a:xfrm>
      </p:grpSpPr>
      <p:sp>
        <p:nvSpPr>
          <p:cNvPr id="38" name="Google Shape;38;p5"/>
          <p:cNvSpPr txBox="1"/>
          <p:nvPr>
            <p:ph idx="1" type="subTitle"/>
          </p:nvPr>
        </p:nvSpPr>
        <p:spPr>
          <a:xfrm>
            <a:off x="1290775" y="2316676"/>
            <a:ext cx="2907600" cy="6126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Bebas Neue"/>
              <a:buNone/>
              <a:defRPr i="1" sz="1800">
                <a:solidFill>
                  <a:schemeClr val="dk1"/>
                </a:solidFill>
                <a:latin typeface="Domine"/>
                <a:ea typeface="Domine"/>
                <a:cs typeface="Domine"/>
                <a:sym typeface="Domine"/>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9" name="Google Shape;39;p5"/>
          <p:cNvSpPr txBox="1"/>
          <p:nvPr>
            <p:ph idx="2" type="subTitle"/>
          </p:nvPr>
        </p:nvSpPr>
        <p:spPr>
          <a:xfrm>
            <a:off x="4945650" y="2316676"/>
            <a:ext cx="2907600" cy="6126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i="1" sz="1800">
                <a:solidFill>
                  <a:schemeClr val="dk1"/>
                </a:solidFill>
                <a:latin typeface="Domine"/>
                <a:ea typeface="Domine"/>
                <a:cs typeface="Domine"/>
                <a:sym typeface="Domi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0" name="Google Shape;40;p5"/>
          <p:cNvSpPr txBox="1"/>
          <p:nvPr>
            <p:ph idx="3" type="subTitle"/>
          </p:nvPr>
        </p:nvSpPr>
        <p:spPr>
          <a:xfrm>
            <a:off x="1290775" y="2883150"/>
            <a:ext cx="2907600" cy="1402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1" name="Google Shape;41;p5"/>
          <p:cNvSpPr txBox="1"/>
          <p:nvPr>
            <p:ph idx="4" type="subTitle"/>
          </p:nvPr>
        </p:nvSpPr>
        <p:spPr>
          <a:xfrm>
            <a:off x="4945650" y="2883150"/>
            <a:ext cx="2907600" cy="1402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2" name="Google Shape;42;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43" name="Google Shape;43;p5"/>
          <p:cNvCxnSpPr/>
          <p:nvPr/>
        </p:nvCxnSpPr>
        <p:spPr>
          <a:xfrm>
            <a:off x="704550" y="4892738"/>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44" name="Google Shape;44;p5"/>
          <p:cNvCxnSpPr/>
          <p:nvPr/>
        </p:nvCxnSpPr>
        <p:spPr>
          <a:xfrm>
            <a:off x="704550" y="250763"/>
            <a:ext cx="7734900" cy="0"/>
          </a:xfrm>
          <a:prstGeom prst="straightConnector1">
            <a:avLst/>
          </a:prstGeom>
          <a:noFill/>
          <a:ln cap="flat" cmpd="sng" w="19050">
            <a:solidFill>
              <a:schemeClr val="dk2"/>
            </a:solidFill>
            <a:prstDash val="solid"/>
            <a:round/>
            <a:headEnd len="med" w="med" type="none"/>
            <a:tailEnd len="med" w="med" type="none"/>
          </a:ln>
        </p:spPr>
      </p:cxnSp>
      <p:sp>
        <p:nvSpPr>
          <p:cNvPr id="45" name="Google Shape;45;p5"/>
          <p:cNvSpPr/>
          <p:nvPr/>
        </p:nvSpPr>
        <p:spPr>
          <a:xfrm>
            <a:off x="424325" y="167225"/>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5"/>
          <p:cNvSpPr/>
          <p:nvPr/>
        </p:nvSpPr>
        <p:spPr>
          <a:xfrm>
            <a:off x="8552575" y="4809188"/>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49" name="Google Shape;49;p6"/>
          <p:cNvCxnSpPr/>
          <p:nvPr/>
        </p:nvCxnSpPr>
        <p:spPr>
          <a:xfrm>
            <a:off x="704550" y="4892738"/>
            <a:ext cx="7734900" cy="0"/>
          </a:xfrm>
          <a:prstGeom prst="straightConnector1">
            <a:avLst/>
          </a:prstGeom>
          <a:noFill/>
          <a:ln cap="flat" cmpd="sng" w="19050">
            <a:solidFill>
              <a:schemeClr val="dk2"/>
            </a:solidFill>
            <a:prstDash val="solid"/>
            <a:round/>
            <a:headEnd len="med" w="med" type="none"/>
            <a:tailEnd len="med" w="med" type="none"/>
          </a:ln>
        </p:spPr>
      </p:cxnSp>
      <p:sp>
        <p:nvSpPr>
          <p:cNvPr id="50" name="Google Shape;50;p6"/>
          <p:cNvSpPr/>
          <p:nvPr/>
        </p:nvSpPr>
        <p:spPr>
          <a:xfrm>
            <a:off x="8526475" y="4783088"/>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 name="Google Shape;51;p6"/>
          <p:cNvCxnSpPr/>
          <p:nvPr/>
        </p:nvCxnSpPr>
        <p:spPr>
          <a:xfrm>
            <a:off x="704550" y="250763"/>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52" name="Google Shape;52;p6"/>
          <p:cNvCxnSpPr/>
          <p:nvPr/>
        </p:nvCxnSpPr>
        <p:spPr>
          <a:xfrm>
            <a:off x="704550" y="4892738"/>
            <a:ext cx="7734900" cy="0"/>
          </a:xfrm>
          <a:prstGeom prst="straightConnector1">
            <a:avLst/>
          </a:prstGeom>
          <a:noFill/>
          <a:ln cap="flat" cmpd="sng" w="19050">
            <a:solidFill>
              <a:schemeClr val="dk2"/>
            </a:solidFill>
            <a:prstDash val="solid"/>
            <a:round/>
            <a:headEnd len="med" w="med" type="none"/>
            <a:tailEnd len="med" w="med" type="none"/>
          </a:ln>
        </p:spPr>
      </p:cxnSp>
      <p:sp>
        <p:nvSpPr>
          <p:cNvPr id="53" name="Google Shape;53;p6"/>
          <p:cNvSpPr/>
          <p:nvPr/>
        </p:nvSpPr>
        <p:spPr>
          <a:xfrm>
            <a:off x="8552575" y="193325"/>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6"/>
          <p:cNvSpPr/>
          <p:nvPr/>
        </p:nvSpPr>
        <p:spPr>
          <a:xfrm>
            <a:off x="476525" y="193325"/>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6"/>
          <p:cNvSpPr/>
          <p:nvPr/>
        </p:nvSpPr>
        <p:spPr>
          <a:xfrm>
            <a:off x="450425" y="4809188"/>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6" name="Shape 56"/>
        <p:cNvGrpSpPr/>
        <p:nvPr/>
      </p:nvGrpSpPr>
      <p:grpSpPr>
        <a:xfrm>
          <a:off x="0" y="0"/>
          <a:ext cx="0" cy="0"/>
          <a:chOff x="0" y="0"/>
          <a:chExt cx="0" cy="0"/>
        </a:xfrm>
      </p:grpSpPr>
      <p:cxnSp>
        <p:nvCxnSpPr>
          <p:cNvPr id="57" name="Google Shape;57;p7"/>
          <p:cNvCxnSpPr/>
          <p:nvPr/>
        </p:nvCxnSpPr>
        <p:spPr>
          <a:xfrm>
            <a:off x="704550" y="250763"/>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58" name="Google Shape;58;p7"/>
          <p:cNvCxnSpPr/>
          <p:nvPr/>
        </p:nvCxnSpPr>
        <p:spPr>
          <a:xfrm>
            <a:off x="704550" y="4892738"/>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59" name="Google Shape;59;p7"/>
          <p:cNvCxnSpPr/>
          <p:nvPr/>
        </p:nvCxnSpPr>
        <p:spPr>
          <a:xfrm flipH="1" rot="10800000">
            <a:off x="7003418" y="4719950"/>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cxnSp>
        <p:nvCxnSpPr>
          <p:cNvPr id="60" name="Google Shape;60;p7"/>
          <p:cNvCxnSpPr/>
          <p:nvPr/>
        </p:nvCxnSpPr>
        <p:spPr>
          <a:xfrm flipH="1" rot="10800000">
            <a:off x="704543" y="77975"/>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sp>
        <p:nvSpPr>
          <p:cNvPr id="61" name="Google Shape;61;p7"/>
          <p:cNvSpPr/>
          <p:nvPr/>
        </p:nvSpPr>
        <p:spPr>
          <a:xfrm>
            <a:off x="8552575" y="193325"/>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7"/>
          <p:cNvSpPr/>
          <p:nvPr/>
        </p:nvSpPr>
        <p:spPr>
          <a:xfrm>
            <a:off x="476525" y="4835300"/>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7"/>
          <p:cNvSpPr txBox="1"/>
          <p:nvPr>
            <p:ph type="title"/>
          </p:nvPr>
        </p:nvSpPr>
        <p:spPr>
          <a:xfrm>
            <a:off x="869425" y="1464900"/>
            <a:ext cx="3214800" cy="572700"/>
          </a:xfrm>
          <a:prstGeom prst="rect">
            <a:avLst/>
          </a:prstGeom>
          <a:ln>
            <a:noFill/>
          </a:ln>
        </p:spPr>
        <p:txBody>
          <a:bodyPr anchorCtr="0" anchor="b" bIns="91425" lIns="91425" spcFirstLastPara="1" rIns="91425" wrap="square" tIns="91425">
            <a:noAutofit/>
          </a:bodyPr>
          <a:lstStyle>
            <a:lvl1pPr lvl="0" rtl="0" algn="l">
              <a:lnSpc>
                <a:spcPct val="100000"/>
              </a:lnSpc>
              <a:spcBef>
                <a:spcPts val="0"/>
              </a:spcBef>
              <a:spcAft>
                <a:spcPts val="0"/>
              </a:spcAft>
              <a:buSzPts val="2800"/>
              <a:buNone/>
              <a:defRPr/>
            </a:lvl1pPr>
            <a:lvl2pPr lvl="1" rtl="0">
              <a:lnSpc>
                <a:spcPct val="100000"/>
              </a:lnSpc>
              <a:spcBef>
                <a:spcPts val="0"/>
              </a:spcBef>
              <a:spcAft>
                <a:spcPts val="0"/>
              </a:spcAft>
              <a:buSzPts val="2800"/>
              <a:buNone/>
              <a:defRPr/>
            </a:lvl2pPr>
            <a:lvl3pPr lvl="2" rtl="0">
              <a:lnSpc>
                <a:spcPct val="100000"/>
              </a:lnSpc>
              <a:spcBef>
                <a:spcPts val="0"/>
              </a:spcBef>
              <a:spcAft>
                <a:spcPts val="0"/>
              </a:spcAft>
              <a:buSzPts val="2800"/>
              <a:buNone/>
              <a:defRPr/>
            </a:lvl3pPr>
            <a:lvl4pPr lvl="3" rtl="0">
              <a:lnSpc>
                <a:spcPct val="100000"/>
              </a:lnSpc>
              <a:spcBef>
                <a:spcPts val="0"/>
              </a:spcBef>
              <a:spcAft>
                <a:spcPts val="0"/>
              </a:spcAft>
              <a:buSzPts val="2800"/>
              <a:buNone/>
              <a:defRPr/>
            </a:lvl4pPr>
            <a:lvl5pPr lvl="4" rtl="0">
              <a:lnSpc>
                <a:spcPct val="100000"/>
              </a:lnSpc>
              <a:spcBef>
                <a:spcPts val="0"/>
              </a:spcBef>
              <a:spcAft>
                <a:spcPts val="0"/>
              </a:spcAft>
              <a:buSzPts val="2800"/>
              <a:buNone/>
              <a:defRPr/>
            </a:lvl5pPr>
            <a:lvl6pPr lvl="5" rtl="0">
              <a:lnSpc>
                <a:spcPct val="100000"/>
              </a:lnSpc>
              <a:spcBef>
                <a:spcPts val="0"/>
              </a:spcBef>
              <a:spcAft>
                <a:spcPts val="0"/>
              </a:spcAft>
              <a:buSzPts val="2800"/>
              <a:buNone/>
              <a:defRPr/>
            </a:lvl6pPr>
            <a:lvl7pPr lvl="6" rtl="0">
              <a:lnSpc>
                <a:spcPct val="100000"/>
              </a:lnSpc>
              <a:spcBef>
                <a:spcPts val="0"/>
              </a:spcBef>
              <a:spcAft>
                <a:spcPts val="0"/>
              </a:spcAft>
              <a:buSzPts val="2800"/>
              <a:buNone/>
              <a:defRPr/>
            </a:lvl7pPr>
            <a:lvl8pPr lvl="7" rtl="0">
              <a:lnSpc>
                <a:spcPct val="100000"/>
              </a:lnSpc>
              <a:spcBef>
                <a:spcPts val="0"/>
              </a:spcBef>
              <a:spcAft>
                <a:spcPts val="0"/>
              </a:spcAft>
              <a:buSzPts val="2800"/>
              <a:buNone/>
              <a:defRPr/>
            </a:lvl8pPr>
            <a:lvl9pPr lvl="8" rtl="0">
              <a:lnSpc>
                <a:spcPct val="100000"/>
              </a:lnSpc>
              <a:spcBef>
                <a:spcPts val="0"/>
              </a:spcBef>
              <a:spcAft>
                <a:spcPts val="0"/>
              </a:spcAft>
              <a:buSzPts val="2800"/>
              <a:buNone/>
              <a:defRPr/>
            </a:lvl9pPr>
          </a:lstStyle>
          <a:p/>
        </p:txBody>
      </p:sp>
      <p:sp>
        <p:nvSpPr>
          <p:cNvPr id="64" name="Google Shape;64;p7"/>
          <p:cNvSpPr txBox="1"/>
          <p:nvPr>
            <p:ph idx="1" type="body"/>
          </p:nvPr>
        </p:nvSpPr>
        <p:spPr>
          <a:xfrm>
            <a:off x="869425" y="2037600"/>
            <a:ext cx="3214800" cy="1641000"/>
          </a:xfrm>
          <a:prstGeom prst="rect">
            <a:avLst/>
          </a:prstGeom>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Clr>
                <a:srgbClr val="E76A28"/>
              </a:buClr>
              <a:buSzPts val="1200"/>
              <a:buFont typeface="Nunito Light"/>
              <a:buChar char="○"/>
              <a:defRPr/>
            </a:lvl2pPr>
            <a:lvl3pPr indent="-304800" lvl="2" marL="1371600" rtl="0">
              <a:lnSpc>
                <a:spcPct val="100000"/>
              </a:lnSpc>
              <a:spcBef>
                <a:spcPts val="0"/>
              </a:spcBef>
              <a:spcAft>
                <a:spcPts val="0"/>
              </a:spcAft>
              <a:buClr>
                <a:srgbClr val="E76A28"/>
              </a:buClr>
              <a:buSzPts val="1200"/>
              <a:buFont typeface="Nunito Light"/>
              <a:buChar char="■"/>
              <a:defRPr/>
            </a:lvl3pPr>
            <a:lvl4pPr indent="-304800" lvl="3" marL="1828800" rtl="0">
              <a:lnSpc>
                <a:spcPct val="100000"/>
              </a:lnSpc>
              <a:spcBef>
                <a:spcPts val="0"/>
              </a:spcBef>
              <a:spcAft>
                <a:spcPts val="0"/>
              </a:spcAft>
              <a:buClr>
                <a:srgbClr val="E76A28"/>
              </a:buClr>
              <a:buSzPts val="1200"/>
              <a:buFont typeface="Nunito Light"/>
              <a:buChar char="●"/>
              <a:defRPr/>
            </a:lvl4pPr>
            <a:lvl5pPr indent="-304800" lvl="4" marL="2286000" rtl="0">
              <a:lnSpc>
                <a:spcPct val="100000"/>
              </a:lnSpc>
              <a:spcBef>
                <a:spcPts val="0"/>
              </a:spcBef>
              <a:spcAft>
                <a:spcPts val="0"/>
              </a:spcAft>
              <a:buClr>
                <a:srgbClr val="E76A28"/>
              </a:buClr>
              <a:buSzPts val="1200"/>
              <a:buFont typeface="Nunito Light"/>
              <a:buChar char="○"/>
              <a:defRPr/>
            </a:lvl5pPr>
            <a:lvl6pPr indent="-304800" lvl="5" marL="2743200" rtl="0">
              <a:lnSpc>
                <a:spcPct val="100000"/>
              </a:lnSpc>
              <a:spcBef>
                <a:spcPts val="0"/>
              </a:spcBef>
              <a:spcAft>
                <a:spcPts val="0"/>
              </a:spcAft>
              <a:buClr>
                <a:srgbClr val="999999"/>
              </a:buClr>
              <a:buSzPts val="1200"/>
              <a:buFont typeface="Nunito Light"/>
              <a:buChar char="■"/>
              <a:defRPr/>
            </a:lvl6pPr>
            <a:lvl7pPr indent="-304800" lvl="6" marL="3200400" rtl="0">
              <a:lnSpc>
                <a:spcPct val="100000"/>
              </a:lnSpc>
              <a:spcBef>
                <a:spcPts val="0"/>
              </a:spcBef>
              <a:spcAft>
                <a:spcPts val="0"/>
              </a:spcAft>
              <a:buClr>
                <a:srgbClr val="999999"/>
              </a:buClr>
              <a:buSzPts val="1200"/>
              <a:buFont typeface="Nunito Light"/>
              <a:buChar char="●"/>
              <a:defRPr/>
            </a:lvl7pPr>
            <a:lvl8pPr indent="-304800" lvl="7" marL="3657600" rtl="0">
              <a:lnSpc>
                <a:spcPct val="100000"/>
              </a:lnSpc>
              <a:spcBef>
                <a:spcPts val="0"/>
              </a:spcBef>
              <a:spcAft>
                <a:spcPts val="0"/>
              </a:spcAft>
              <a:buClr>
                <a:srgbClr val="999999"/>
              </a:buClr>
              <a:buSzPts val="1200"/>
              <a:buFont typeface="Nunito Light"/>
              <a:buChar char="○"/>
              <a:defRPr/>
            </a:lvl8pPr>
            <a:lvl9pPr indent="-304800" lvl="8" marL="4114800" rtl="0">
              <a:lnSpc>
                <a:spcPct val="100000"/>
              </a:lnSpc>
              <a:spcBef>
                <a:spcPts val="0"/>
              </a:spcBef>
              <a:spcAft>
                <a:spcPts val="0"/>
              </a:spcAft>
              <a:buClr>
                <a:srgbClr val="999999"/>
              </a:buClr>
              <a:buSzPts val="1200"/>
              <a:buFont typeface="Nunito Light"/>
              <a:buChar char="■"/>
              <a:defRPr/>
            </a:lvl9pPr>
          </a:lstStyle>
          <a:p/>
        </p:txBody>
      </p:sp>
      <p:sp>
        <p:nvSpPr>
          <p:cNvPr id="65" name="Google Shape;65;p7"/>
          <p:cNvSpPr/>
          <p:nvPr>
            <p:ph idx="2" type="pic"/>
          </p:nvPr>
        </p:nvSpPr>
        <p:spPr>
          <a:xfrm>
            <a:off x="4490050" y="700726"/>
            <a:ext cx="3742800" cy="37419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6" name="Shape 66"/>
        <p:cNvGrpSpPr/>
        <p:nvPr/>
      </p:nvGrpSpPr>
      <p:grpSpPr>
        <a:xfrm>
          <a:off x="0" y="0"/>
          <a:ext cx="0" cy="0"/>
          <a:chOff x="0" y="0"/>
          <a:chExt cx="0" cy="0"/>
        </a:xfrm>
      </p:grpSpPr>
      <p:sp>
        <p:nvSpPr>
          <p:cNvPr id="67" name="Google Shape;67;p8"/>
          <p:cNvSpPr txBox="1"/>
          <p:nvPr>
            <p:ph type="title"/>
          </p:nvPr>
        </p:nvSpPr>
        <p:spPr>
          <a:xfrm>
            <a:off x="1388100" y="1307100"/>
            <a:ext cx="6367800" cy="25293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cxnSp>
        <p:nvCxnSpPr>
          <p:cNvPr id="68" name="Google Shape;68;p8"/>
          <p:cNvCxnSpPr/>
          <p:nvPr/>
        </p:nvCxnSpPr>
        <p:spPr>
          <a:xfrm>
            <a:off x="704550" y="4892738"/>
            <a:ext cx="7734900" cy="0"/>
          </a:xfrm>
          <a:prstGeom prst="straightConnector1">
            <a:avLst/>
          </a:prstGeom>
          <a:noFill/>
          <a:ln cap="flat" cmpd="sng" w="19050">
            <a:solidFill>
              <a:schemeClr val="dk2"/>
            </a:solidFill>
            <a:prstDash val="solid"/>
            <a:round/>
            <a:headEnd len="med" w="med" type="none"/>
            <a:tailEnd len="med" w="med" type="none"/>
          </a:ln>
        </p:spPr>
      </p:cxnSp>
      <p:sp>
        <p:nvSpPr>
          <p:cNvPr id="69" name="Google Shape;69;p8"/>
          <p:cNvSpPr/>
          <p:nvPr/>
        </p:nvSpPr>
        <p:spPr>
          <a:xfrm>
            <a:off x="8526475" y="4783088"/>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 name="Google Shape;70;p8"/>
          <p:cNvCxnSpPr/>
          <p:nvPr/>
        </p:nvCxnSpPr>
        <p:spPr>
          <a:xfrm>
            <a:off x="704550" y="250763"/>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71" name="Google Shape;71;p8"/>
          <p:cNvCxnSpPr/>
          <p:nvPr/>
        </p:nvCxnSpPr>
        <p:spPr>
          <a:xfrm>
            <a:off x="704550" y="4892738"/>
            <a:ext cx="7734900" cy="0"/>
          </a:xfrm>
          <a:prstGeom prst="straightConnector1">
            <a:avLst/>
          </a:prstGeom>
          <a:noFill/>
          <a:ln cap="flat" cmpd="sng" w="19050">
            <a:solidFill>
              <a:schemeClr val="dk2"/>
            </a:solidFill>
            <a:prstDash val="solid"/>
            <a:round/>
            <a:headEnd len="med" w="med" type="none"/>
            <a:tailEnd len="med" w="med" type="none"/>
          </a:ln>
        </p:spPr>
      </p:cxnSp>
      <p:sp>
        <p:nvSpPr>
          <p:cNvPr id="72" name="Google Shape;72;p8"/>
          <p:cNvSpPr/>
          <p:nvPr/>
        </p:nvSpPr>
        <p:spPr>
          <a:xfrm>
            <a:off x="8552575" y="193325"/>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a:off x="476525" y="193325"/>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a:off x="450425" y="4809188"/>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5" name="Shape 75"/>
        <p:cNvGrpSpPr/>
        <p:nvPr/>
      </p:nvGrpSpPr>
      <p:grpSpPr>
        <a:xfrm>
          <a:off x="0" y="0"/>
          <a:ext cx="0" cy="0"/>
          <a:chOff x="0" y="0"/>
          <a:chExt cx="0" cy="0"/>
        </a:xfrm>
      </p:grpSpPr>
      <p:sp>
        <p:nvSpPr>
          <p:cNvPr id="76" name="Google Shape;76;p9"/>
          <p:cNvSpPr txBox="1"/>
          <p:nvPr>
            <p:ph type="title"/>
          </p:nvPr>
        </p:nvSpPr>
        <p:spPr>
          <a:xfrm>
            <a:off x="2241425" y="1293100"/>
            <a:ext cx="4661100" cy="841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5000"/>
              <a:buNone/>
              <a:defRPr sz="5000"/>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p:txBody>
      </p:sp>
      <p:sp>
        <p:nvSpPr>
          <p:cNvPr id="77" name="Google Shape;77;p9"/>
          <p:cNvSpPr txBox="1"/>
          <p:nvPr>
            <p:ph idx="1" type="subTitle"/>
          </p:nvPr>
        </p:nvSpPr>
        <p:spPr>
          <a:xfrm>
            <a:off x="2241475" y="2168600"/>
            <a:ext cx="4661100" cy="1681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cxnSp>
        <p:nvCxnSpPr>
          <p:cNvPr id="78" name="Google Shape;78;p9"/>
          <p:cNvCxnSpPr/>
          <p:nvPr/>
        </p:nvCxnSpPr>
        <p:spPr>
          <a:xfrm>
            <a:off x="704550" y="250763"/>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79" name="Google Shape;79;p9"/>
          <p:cNvCxnSpPr/>
          <p:nvPr/>
        </p:nvCxnSpPr>
        <p:spPr>
          <a:xfrm>
            <a:off x="704550" y="4892738"/>
            <a:ext cx="7734900" cy="0"/>
          </a:xfrm>
          <a:prstGeom prst="straightConnector1">
            <a:avLst/>
          </a:prstGeom>
          <a:noFill/>
          <a:ln cap="flat" cmpd="sng" w="19050">
            <a:solidFill>
              <a:schemeClr val="dk2"/>
            </a:solidFill>
            <a:prstDash val="solid"/>
            <a:round/>
            <a:headEnd len="med" w="med" type="none"/>
            <a:tailEnd len="med" w="med" type="none"/>
          </a:ln>
        </p:spPr>
      </p:cxnSp>
      <p:sp>
        <p:nvSpPr>
          <p:cNvPr id="80" name="Google Shape;80;p9"/>
          <p:cNvSpPr/>
          <p:nvPr/>
        </p:nvSpPr>
        <p:spPr>
          <a:xfrm>
            <a:off x="8552575" y="193325"/>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9"/>
          <p:cNvSpPr/>
          <p:nvPr/>
        </p:nvSpPr>
        <p:spPr>
          <a:xfrm>
            <a:off x="476525" y="4835300"/>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9"/>
          <p:cNvSpPr/>
          <p:nvPr/>
        </p:nvSpPr>
        <p:spPr>
          <a:xfrm>
            <a:off x="8552575" y="4835300"/>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9"/>
          <p:cNvSpPr/>
          <p:nvPr/>
        </p:nvSpPr>
        <p:spPr>
          <a:xfrm>
            <a:off x="476525" y="193325"/>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4" name="Google Shape;84;p9"/>
          <p:cNvCxnSpPr/>
          <p:nvPr/>
        </p:nvCxnSpPr>
        <p:spPr>
          <a:xfrm flipH="1" rot="10800000">
            <a:off x="704543" y="4719950"/>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cxnSp>
        <p:nvCxnSpPr>
          <p:cNvPr id="85" name="Google Shape;85;p9"/>
          <p:cNvCxnSpPr/>
          <p:nvPr/>
        </p:nvCxnSpPr>
        <p:spPr>
          <a:xfrm rot="10800000">
            <a:off x="6985310" y="4719950"/>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10"/>
          <p:cNvSpPr txBox="1"/>
          <p:nvPr>
            <p:ph type="title"/>
          </p:nvPr>
        </p:nvSpPr>
        <p:spPr>
          <a:xfrm>
            <a:off x="720000" y="3859100"/>
            <a:ext cx="7704000" cy="749400"/>
          </a:xfrm>
          <a:prstGeom prst="rect">
            <a:avLst/>
          </a:prstGeom>
          <a:solidFill>
            <a:schemeClr val="lt2"/>
          </a:solid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cxnSp>
        <p:nvCxnSpPr>
          <p:cNvPr id="88" name="Google Shape;88;p10"/>
          <p:cNvCxnSpPr/>
          <p:nvPr/>
        </p:nvCxnSpPr>
        <p:spPr>
          <a:xfrm>
            <a:off x="704550" y="4892738"/>
            <a:ext cx="7734900" cy="0"/>
          </a:xfrm>
          <a:prstGeom prst="straightConnector1">
            <a:avLst/>
          </a:prstGeom>
          <a:noFill/>
          <a:ln cap="flat" cmpd="sng" w="19050">
            <a:solidFill>
              <a:schemeClr val="dk2"/>
            </a:solidFill>
            <a:prstDash val="solid"/>
            <a:round/>
            <a:headEnd len="med" w="med" type="none"/>
            <a:tailEnd len="med" w="med" type="none"/>
          </a:ln>
        </p:spPr>
      </p:cxnSp>
      <p:sp>
        <p:nvSpPr>
          <p:cNvPr id="89" name="Google Shape;89;p10"/>
          <p:cNvSpPr/>
          <p:nvPr/>
        </p:nvSpPr>
        <p:spPr>
          <a:xfrm>
            <a:off x="8526475" y="4783088"/>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0" name="Google Shape;90;p10"/>
          <p:cNvCxnSpPr/>
          <p:nvPr/>
        </p:nvCxnSpPr>
        <p:spPr>
          <a:xfrm>
            <a:off x="704550" y="250763"/>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91" name="Google Shape;91;p10"/>
          <p:cNvCxnSpPr/>
          <p:nvPr/>
        </p:nvCxnSpPr>
        <p:spPr>
          <a:xfrm>
            <a:off x="704550" y="4892738"/>
            <a:ext cx="7734900" cy="0"/>
          </a:xfrm>
          <a:prstGeom prst="straightConnector1">
            <a:avLst/>
          </a:prstGeom>
          <a:noFill/>
          <a:ln cap="flat" cmpd="sng" w="19050">
            <a:solidFill>
              <a:schemeClr val="dk2"/>
            </a:solidFill>
            <a:prstDash val="solid"/>
            <a:round/>
            <a:headEnd len="med" w="med" type="none"/>
            <a:tailEnd len="med" w="med" type="none"/>
          </a:ln>
        </p:spPr>
      </p:cxnSp>
      <p:sp>
        <p:nvSpPr>
          <p:cNvPr id="92" name="Google Shape;92;p10"/>
          <p:cNvSpPr/>
          <p:nvPr/>
        </p:nvSpPr>
        <p:spPr>
          <a:xfrm>
            <a:off x="8552575" y="193325"/>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0"/>
          <p:cNvSpPr/>
          <p:nvPr/>
        </p:nvSpPr>
        <p:spPr>
          <a:xfrm>
            <a:off x="476525" y="193325"/>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0"/>
          <p:cNvSpPr/>
          <p:nvPr/>
        </p:nvSpPr>
        <p:spPr>
          <a:xfrm>
            <a:off x="450425" y="4809188"/>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5" name="Shape 95"/>
        <p:cNvGrpSpPr/>
        <p:nvPr/>
      </p:nvGrpSpPr>
      <p:grpSpPr>
        <a:xfrm>
          <a:off x="0" y="0"/>
          <a:ext cx="0" cy="0"/>
          <a:chOff x="0" y="0"/>
          <a:chExt cx="0" cy="0"/>
        </a:xfrm>
      </p:grpSpPr>
      <p:cxnSp>
        <p:nvCxnSpPr>
          <p:cNvPr id="96" name="Google Shape;96;p11"/>
          <p:cNvCxnSpPr/>
          <p:nvPr/>
        </p:nvCxnSpPr>
        <p:spPr>
          <a:xfrm>
            <a:off x="704550" y="250763"/>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97" name="Google Shape;97;p11"/>
          <p:cNvCxnSpPr/>
          <p:nvPr/>
        </p:nvCxnSpPr>
        <p:spPr>
          <a:xfrm>
            <a:off x="704550" y="4892738"/>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98" name="Google Shape;98;p11"/>
          <p:cNvCxnSpPr/>
          <p:nvPr/>
        </p:nvCxnSpPr>
        <p:spPr>
          <a:xfrm flipH="1" rot="10800000">
            <a:off x="7003418" y="4719950"/>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cxnSp>
        <p:nvCxnSpPr>
          <p:cNvPr id="99" name="Google Shape;99;p11"/>
          <p:cNvCxnSpPr/>
          <p:nvPr/>
        </p:nvCxnSpPr>
        <p:spPr>
          <a:xfrm flipH="1" rot="10800000">
            <a:off x="704543" y="77975"/>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sp>
        <p:nvSpPr>
          <p:cNvPr id="100" name="Google Shape;100;p11"/>
          <p:cNvSpPr/>
          <p:nvPr/>
        </p:nvSpPr>
        <p:spPr>
          <a:xfrm>
            <a:off x="8552575" y="193325"/>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1"/>
          <p:cNvSpPr/>
          <p:nvPr/>
        </p:nvSpPr>
        <p:spPr>
          <a:xfrm>
            <a:off x="8552575" y="4636363"/>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1"/>
          <p:cNvSpPr/>
          <p:nvPr/>
        </p:nvSpPr>
        <p:spPr>
          <a:xfrm>
            <a:off x="424325" y="334325"/>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1"/>
          <p:cNvSpPr/>
          <p:nvPr/>
        </p:nvSpPr>
        <p:spPr>
          <a:xfrm>
            <a:off x="476525" y="4835300"/>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1"/>
          <p:cNvSpPr txBox="1"/>
          <p:nvPr>
            <p:ph hasCustomPrompt="1" type="title"/>
          </p:nvPr>
        </p:nvSpPr>
        <p:spPr>
          <a:xfrm>
            <a:off x="1284000" y="1533336"/>
            <a:ext cx="6576000" cy="13632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05" name="Google Shape;105;p11"/>
          <p:cNvSpPr txBox="1"/>
          <p:nvPr>
            <p:ph idx="1" type="subTitle"/>
          </p:nvPr>
        </p:nvSpPr>
        <p:spPr>
          <a:xfrm>
            <a:off x="1284000" y="2896536"/>
            <a:ext cx="6576000" cy="603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106" name="Shape 10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07" name="Shape 107"/>
        <p:cNvGrpSpPr/>
        <p:nvPr/>
      </p:nvGrpSpPr>
      <p:grpSpPr>
        <a:xfrm>
          <a:off x="0" y="0"/>
          <a:ext cx="0" cy="0"/>
          <a:chOff x="0" y="0"/>
          <a:chExt cx="0" cy="0"/>
        </a:xfrm>
      </p:grpSpPr>
      <p:sp>
        <p:nvSpPr>
          <p:cNvPr id="108" name="Google Shape;108;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9" name="Google Shape;109;p13"/>
          <p:cNvSpPr txBox="1"/>
          <p:nvPr>
            <p:ph hasCustomPrompt="1" idx="2" type="title"/>
          </p:nvPr>
        </p:nvSpPr>
        <p:spPr>
          <a:xfrm>
            <a:off x="904325" y="1335400"/>
            <a:ext cx="691800" cy="5724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t>xx%</a:t>
            </a:r>
          </a:p>
        </p:txBody>
      </p:sp>
      <p:sp>
        <p:nvSpPr>
          <p:cNvPr id="110" name="Google Shape;110;p13"/>
          <p:cNvSpPr txBox="1"/>
          <p:nvPr>
            <p:ph hasCustomPrompt="1" idx="3" type="title"/>
          </p:nvPr>
        </p:nvSpPr>
        <p:spPr>
          <a:xfrm>
            <a:off x="904325" y="3009675"/>
            <a:ext cx="691800" cy="5724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t>xx%</a:t>
            </a:r>
          </a:p>
        </p:txBody>
      </p:sp>
      <p:sp>
        <p:nvSpPr>
          <p:cNvPr id="111" name="Google Shape;111;p13"/>
          <p:cNvSpPr txBox="1"/>
          <p:nvPr>
            <p:ph hasCustomPrompt="1" idx="4" type="title"/>
          </p:nvPr>
        </p:nvSpPr>
        <p:spPr>
          <a:xfrm>
            <a:off x="3593025" y="1335400"/>
            <a:ext cx="691800" cy="5724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t>xx%</a:t>
            </a:r>
          </a:p>
        </p:txBody>
      </p:sp>
      <p:sp>
        <p:nvSpPr>
          <p:cNvPr id="112" name="Google Shape;112;p13"/>
          <p:cNvSpPr txBox="1"/>
          <p:nvPr>
            <p:ph hasCustomPrompt="1" idx="5" type="title"/>
          </p:nvPr>
        </p:nvSpPr>
        <p:spPr>
          <a:xfrm>
            <a:off x="3593025" y="3013275"/>
            <a:ext cx="691800" cy="5727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t>xx%</a:t>
            </a:r>
          </a:p>
        </p:txBody>
      </p:sp>
      <p:sp>
        <p:nvSpPr>
          <p:cNvPr id="113" name="Google Shape;113;p13"/>
          <p:cNvSpPr txBox="1"/>
          <p:nvPr>
            <p:ph hasCustomPrompt="1" idx="6" type="title"/>
          </p:nvPr>
        </p:nvSpPr>
        <p:spPr>
          <a:xfrm>
            <a:off x="6281725" y="1335400"/>
            <a:ext cx="691800" cy="5724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t>xx%</a:t>
            </a:r>
          </a:p>
        </p:txBody>
      </p:sp>
      <p:sp>
        <p:nvSpPr>
          <p:cNvPr id="114" name="Google Shape;114;p13"/>
          <p:cNvSpPr txBox="1"/>
          <p:nvPr>
            <p:ph hasCustomPrompt="1" idx="7" type="title"/>
          </p:nvPr>
        </p:nvSpPr>
        <p:spPr>
          <a:xfrm>
            <a:off x="6281725" y="3009475"/>
            <a:ext cx="691800" cy="5724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t>xx%</a:t>
            </a:r>
          </a:p>
        </p:txBody>
      </p:sp>
      <p:sp>
        <p:nvSpPr>
          <p:cNvPr id="115" name="Google Shape;115;p13"/>
          <p:cNvSpPr txBox="1"/>
          <p:nvPr>
            <p:ph idx="1" type="subTitle"/>
          </p:nvPr>
        </p:nvSpPr>
        <p:spPr>
          <a:xfrm>
            <a:off x="904325" y="1806975"/>
            <a:ext cx="1950900" cy="807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800"/>
              <a:buFont typeface="Domine"/>
              <a:buNone/>
              <a:defRPr i="1" sz="1800">
                <a:latin typeface="Domine"/>
                <a:ea typeface="Domine"/>
                <a:cs typeface="Domine"/>
                <a:sym typeface="Domine"/>
              </a:defRPr>
            </a:lvl1pPr>
            <a:lvl2pPr lvl="1" rtl="0">
              <a:lnSpc>
                <a:spcPct val="100000"/>
              </a:lnSpc>
              <a:spcBef>
                <a:spcPts val="0"/>
              </a:spcBef>
              <a:spcAft>
                <a:spcPts val="0"/>
              </a:spcAft>
              <a:buSzPts val="1800"/>
              <a:buFont typeface="Domine"/>
              <a:buNone/>
              <a:defRPr sz="1800">
                <a:latin typeface="Domine"/>
                <a:ea typeface="Domine"/>
                <a:cs typeface="Domine"/>
                <a:sym typeface="Domine"/>
              </a:defRPr>
            </a:lvl2pPr>
            <a:lvl3pPr lvl="2" rtl="0">
              <a:lnSpc>
                <a:spcPct val="100000"/>
              </a:lnSpc>
              <a:spcBef>
                <a:spcPts val="0"/>
              </a:spcBef>
              <a:spcAft>
                <a:spcPts val="0"/>
              </a:spcAft>
              <a:buSzPts val="1800"/>
              <a:buFont typeface="Domine"/>
              <a:buNone/>
              <a:defRPr sz="1800">
                <a:latin typeface="Domine"/>
                <a:ea typeface="Domine"/>
                <a:cs typeface="Domine"/>
                <a:sym typeface="Domine"/>
              </a:defRPr>
            </a:lvl3pPr>
            <a:lvl4pPr lvl="3" rtl="0">
              <a:lnSpc>
                <a:spcPct val="100000"/>
              </a:lnSpc>
              <a:spcBef>
                <a:spcPts val="0"/>
              </a:spcBef>
              <a:spcAft>
                <a:spcPts val="0"/>
              </a:spcAft>
              <a:buSzPts val="1800"/>
              <a:buFont typeface="Domine"/>
              <a:buNone/>
              <a:defRPr sz="1800">
                <a:latin typeface="Domine"/>
                <a:ea typeface="Domine"/>
                <a:cs typeface="Domine"/>
                <a:sym typeface="Domine"/>
              </a:defRPr>
            </a:lvl4pPr>
            <a:lvl5pPr lvl="4" rtl="0">
              <a:lnSpc>
                <a:spcPct val="100000"/>
              </a:lnSpc>
              <a:spcBef>
                <a:spcPts val="0"/>
              </a:spcBef>
              <a:spcAft>
                <a:spcPts val="0"/>
              </a:spcAft>
              <a:buSzPts val="1800"/>
              <a:buFont typeface="Domine"/>
              <a:buNone/>
              <a:defRPr sz="1800">
                <a:latin typeface="Domine"/>
                <a:ea typeface="Domine"/>
                <a:cs typeface="Domine"/>
                <a:sym typeface="Domine"/>
              </a:defRPr>
            </a:lvl5pPr>
            <a:lvl6pPr lvl="5" rtl="0">
              <a:lnSpc>
                <a:spcPct val="100000"/>
              </a:lnSpc>
              <a:spcBef>
                <a:spcPts val="0"/>
              </a:spcBef>
              <a:spcAft>
                <a:spcPts val="0"/>
              </a:spcAft>
              <a:buSzPts val="1800"/>
              <a:buFont typeface="Domine"/>
              <a:buNone/>
              <a:defRPr sz="1800">
                <a:latin typeface="Domine"/>
                <a:ea typeface="Domine"/>
                <a:cs typeface="Domine"/>
                <a:sym typeface="Domine"/>
              </a:defRPr>
            </a:lvl6pPr>
            <a:lvl7pPr lvl="6" rtl="0">
              <a:lnSpc>
                <a:spcPct val="100000"/>
              </a:lnSpc>
              <a:spcBef>
                <a:spcPts val="0"/>
              </a:spcBef>
              <a:spcAft>
                <a:spcPts val="0"/>
              </a:spcAft>
              <a:buSzPts val="1800"/>
              <a:buFont typeface="Domine"/>
              <a:buNone/>
              <a:defRPr sz="1800">
                <a:latin typeface="Domine"/>
                <a:ea typeface="Domine"/>
                <a:cs typeface="Domine"/>
                <a:sym typeface="Domine"/>
              </a:defRPr>
            </a:lvl7pPr>
            <a:lvl8pPr lvl="7" rtl="0">
              <a:lnSpc>
                <a:spcPct val="100000"/>
              </a:lnSpc>
              <a:spcBef>
                <a:spcPts val="0"/>
              </a:spcBef>
              <a:spcAft>
                <a:spcPts val="0"/>
              </a:spcAft>
              <a:buSzPts val="1800"/>
              <a:buFont typeface="Domine"/>
              <a:buNone/>
              <a:defRPr sz="1800">
                <a:latin typeface="Domine"/>
                <a:ea typeface="Domine"/>
                <a:cs typeface="Domine"/>
                <a:sym typeface="Domine"/>
              </a:defRPr>
            </a:lvl8pPr>
            <a:lvl9pPr lvl="8" rtl="0">
              <a:lnSpc>
                <a:spcPct val="100000"/>
              </a:lnSpc>
              <a:spcBef>
                <a:spcPts val="0"/>
              </a:spcBef>
              <a:spcAft>
                <a:spcPts val="0"/>
              </a:spcAft>
              <a:buSzPts val="1800"/>
              <a:buFont typeface="Domine"/>
              <a:buNone/>
              <a:defRPr sz="1800">
                <a:latin typeface="Domine"/>
                <a:ea typeface="Domine"/>
                <a:cs typeface="Domine"/>
                <a:sym typeface="Domine"/>
              </a:defRPr>
            </a:lvl9pPr>
          </a:lstStyle>
          <a:p/>
        </p:txBody>
      </p:sp>
      <p:sp>
        <p:nvSpPr>
          <p:cNvPr id="116" name="Google Shape;116;p13"/>
          <p:cNvSpPr txBox="1"/>
          <p:nvPr>
            <p:ph idx="8" type="subTitle"/>
          </p:nvPr>
        </p:nvSpPr>
        <p:spPr>
          <a:xfrm>
            <a:off x="3593025" y="1806975"/>
            <a:ext cx="1950900" cy="807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800"/>
              <a:buFont typeface="Domine"/>
              <a:buNone/>
              <a:defRPr i="1" sz="1800">
                <a:latin typeface="Domine"/>
                <a:ea typeface="Domine"/>
                <a:cs typeface="Domine"/>
                <a:sym typeface="Domine"/>
              </a:defRPr>
            </a:lvl1pPr>
            <a:lvl2pPr lvl="1" rtl="0">
              <a:lnSpc>
                <a:spcPct val="100000"/>
              </a:lnSpc>
              <a:spcBef>
                <a:spcPts val="0"/>
              </a:spcBef>
              <a:spcAft>
                <a:spcPts val="0"/>
              </a:spcAft>
              <a:buSzPts val="1800"/>
              <a:buFont typeface="Domine"/>
              <a:buNone/>
              <a:defRPr sz="1800">
                <a:latin typeface="Domine"/>
                <a:ea typeface="Domine"/>
                <a:cs typeface="Domine"/>
                <a:sym typeface="Domine"/>
              </a:defRPr>
            </a:lvl2pPr>
            <a:lvl3pPr lvl="2" rtl="0">
              <a:lnSpc>
                <a:spcPct val="100000"/>
              </a:lnSpc>
              <a:spcBef>
                <a:spcPts val="0"/>
              </a:spcBef>
              <a:spcAft>
                <a:spcPts val="0"/>
              </a:spcAft>
              <a:buSzPts val="1800"/>
              <a:buFont typeface="Domine"/>
              <a:buNone/>
              <a:defRPr sz="1800">
                <a:latin typeface="Domine"/>
                <a:ea typeface="Domine"/>
                <a:cs typeface="Domine"/>
                <a:sym typeface="Domine"/>
              </a:defRPr>
            </a:lvl3pPr>
            <a:lvl4pPr lvl="3" rtl="0">
              <a:lnSpc>
                <a:spcPct val="100000"/>
              </a:lnSpc>
              <a:spcBef>
                <a:spcPts val="0"/>
              </a:spcBef>
              <a:spcAft>
                <a:spcPts val="0"/>
              </a:spcAft>
              <a:buSzPts val="1800"/>
              <a:buFont typeface="Domine"/>
              <a:buNone/>
              <a:defRPr sz="1800">
                <a:latin typeface="Domine"/>
                <a:ea typeface="Domine"/>
                <a:cs typeface="Domine"/>
                <a:sym typeface="Domine"/>
              </a:defRPr>
            </a:lvl4pPr>
            <a:lvl5pPr lvl="4" rtl="0">
              <a:lnSpc>
                <a:spcPct val="100000"/>
              </a:lnSpc>
              <a:spcBef>
                <a:spcPts val="0"/>
              </a:spcBef>
              <a:spcAft>
                <a:spcPts val="0"/>
              </a:spcAft>
              <a:buSzPts val="1800"/>
              <a:buFont typeface="Domine"/>
              <a:buNone/>
              <a:defRPr sz="1800">
                <a:latin typeface="Domine"/>
                <a:ea typeface="Domine"/>
                <a:cs typeface="Domine"/>
                <a:sym typeface="Domine"/>
              </a:defRPr>
            </a:lvl5pPr>
            <a:lvl6pPr lvl="5" rtl="0">
              <a:lnSpc>
                <a:spcPct val="100000"/>
              </a:lnSpc>
              <a:spcBef>
                <a:spcPts val="0"/>
              </a:spcBef>
              <a:spcAft>
                <a:spcPts val="0"/>
              </a:spcAft>
              <a:buSzPts val="1800"/>
              <a:buFont typeface="Domine"/>
              <a:buNone/>
              <a:defRPr sz="1800">
                <a:latin typeface="Domine"/>
                <a:ea typeface="Domine"/>
                <a:cs typeface="Domine"/>
                <a:sym typeface="Domine"/>
              </a:defRPr>
            </a:lvl6pPr>
            <a:lvl7pPr lvl="6" rtl="0">
              <a:lnSpc>
                <a:spcPct val="100000"/>
              </a:lnSpc>
              <a:spcBef>
                <a:spcPts val="0"/>
              </a:spcBef>
              <a:spcAft>
                <a:spcPts val="0"/>
              </a:spcAft>
              <a:buSzPts val="1800"/>
              <a:buFont typeface="Domine"/>
              <a:buNone/>
              <a:defRPr sz="1800">
                <a:latin typeface="Domine"/>
                <a:ea typeface="Domine"/>
                <a:cs typeface="Domine"/>
                <a:sym typeface="Domine"/>
              </a:defRPr>
            </a:lvl7pPr>
            <a:lvl8pPr lvl="7" rtl="0">
              <a:lnSpc>
                <a:spcPct val="100000"/>
              </a:lnSpc>
              <a:spcBef>
                <a:spcPts val="0"/>
              </a:spcBef>
              <a:spcAft>
                <a:spcPts val="0"/>
              </a:spcAft>
              <a:buSzPts val="1800"/>
              <a:buFont typeface="Domine"/>
              <a:buNone/>
              <a:defRPr sz="1800">
                <a:latin typeface="Domine"/>
                <a:ea typeface="Domine"/>
                <a:cs typeface="Domine"/>
                <a:sym typeface="Domine"/>
              </a:defRPr>
            </a:lvl8pPr>
            <a:lvl9pPr lvl="8" rtl="0">
              <a:lnSpc>
                <a:spcPct val="100000"/>
              </a:lnSpc>
              <a:spcBef>
                <a:spcPts val="0"/>
              </a:spcBef>
              <a:spcAft>
                <a:spcPts val="0"/>
              </a:spcAft>
              <a:buSzPts val="1800"/>
              <a:buFont typeface="Domine"/>
              <a:buNone/>
              <a:defRPr sz="1800">
                <a:latin typeface="Domine"/>
                <a:ea typeface="Domine"/>
                <a:cs typeface="Domine"/>
                <a:sym typeface="Domine"/>
              </a:defRPr>
            </a:lvl9pPr>
          </a:lstStyle>
          <a:p/>
        </p:txBody>
      </p:sp>
      <p:sp>
        <p:nvSpPr>
          <p:cNvPr id="117" name="Google Shape;117;p13"/>
          <p:cNvSpPr txBox="1"/>
          <p:nvPr>
            <p:ph idx="9" type="subTitle"/>
          </p:nvPr>
        </p:nvSpPr>
        <p:spPr>
          <a:xfrm>
            <a:off x="6281725" y="1806975"/>
            <a:ext cx="1950900" cy="807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800"/>
              <a:buFont typeface="Domine"/>
              <a:buNone/>
              <a:defRPr i="1" sz="1800">
                <a:latin typeface="Domine"/>
                <a:ea typeface="Domine"/>
                <a:cs typeface="Domine"/>
                <a:sym typeface="Domine"/>
              </a:defRPr>
            </a:lvl1pPr>
            <a:lvl2pPr lvl="1" rtl="0">
              <a:lnSpc>
                <a:spcPct val="100000"/>
              </a:lnSpc>
              <a:spcBef>
                <a:spcPts val="0"/>
              </a:spcBef>
              <a:spcAft>
                <a:spcPts val="0"/>
              </a:spcAft>
              <a:buSzPts val="1800"/>
              <a:buFont typeface="Domine"/>
              <a:buNone/>
              <a:defRPr sz="1800">
                <a:latin typeface="Domine"/>
                <a:ea typeface="Domine"/>
                <a:cs typeface="Domine"/>
                <a:sym typeface="Domine"/>
              </a:defRPr>
            </a:lvl2pPr>
            <a:lvl3pPr lvl="2" rtl="0">
              <a:lnSpc>
                <a:spcPct val="100000"/>
              </a:lnSpc>
              <a:spcBef>
                <a:spcPts val="0"/>
              </a:spcBef>
              <a:spcAft>
                <a:spcPts val="0"/>
              </a:spcAft>
              <a:buSzPts val="1800"/>
              <a:buFont typeface="Domine"/>
              <a:buNone/>
              <a:defRPr sz="1800">
                <a:latin typeface="Domine"/>
                <a:ea typeface="Domine"/>
                <a:cs typeface="Domine"/>
                <a:sym typeface="Domine"/>
              </a:defRPr>
            </a:lvl3pPr>
            <a:lvl4pPr lvl="3" rtl="0">
              <a:lnSpc>
                <a:spcPct val="100000"/>
              </a:lnSpc>
              <a:spcBef>
                <a:spcPts val="0"/>
              </a:spcBef>
              <a:spcAft>
                <a:spcPts val="0"/>
              </a:spcAft>
              <a:buSzPts val="1800"/>
              <a:buFont typeface="Domine"/>
              <a:buNone/>
              <a:defRPr sz="1800">
                <a:latin typeface="Domine"/>
                <a:ea typeface="Domine"/>
                <a:cs typeface="Domine"/>
                <a:sym typeface="Domine"/>
              </a:defRPr>
            </a:lvl4pPr>
            <a:lvl5pPr lvl="4" rtl="0">
              <a:lnSpc>
                <a:spcPct val="100000"/>
              </a:lnSpc>
              <a:spcBef>
                <a:spcPts val="0"/>
              </a:spcBef>
              <a:spcAft>
                <a:spcPts val="0"/>
              </a:spcAft>
              <a:buSzPts val="1800"/>
              <a:buFont typeface="Domine"/>
              <a:buNone/>
              <a:defRPr sz="1800">
                <a:latin typeface="Domine"/>
                <a:ea typeface="Domine"/>
                <a:cs typeface="Domine"/>
                <a:sym typeface="Domine"/>
              </a:defRPr>
            </a:lvl5pPr>
            <a:lvl6pPr lvl="5" rtl="0">
              <a:lnSpc>
                <a:spcPct val="100000"/>
              </a:lnSpc>
              <a:spcBef>
                <a:spcPts val="0"/>
              </a:spcBef>
              <a:spcAft>
                <a:spcPts val="0"/>
              </a:spcAft>
              <a:buSzPts val="1800"/>
              <a:buFont typeface="Domine"/>
              <a:buNone/>
              <a:defRPr sz="1800">
                <a:latin typeface="Domine"/>
                <a:ea typeface="Domine"/>
                <a:cs typeface="Domine"/>
                <a:sym typeface="Domine"/>
              </a:defRPr>
            </a:lvl6pPr>
            <a:lvl7pPr lvl="6" rtl="0">
              <a:lnSpc>
                <a:spcPct val="100000"/>
              </a:lnSpc>
              <a:spcBef>
                <a:spcPts val="0"/>
              </a:spcBef>
              <a:spcAft>
                <a:spcPts val="0"/>
              </a:spcAft>
              <a:buSzPts val="1800"/>
              <a:buFont typeface="Domine"/>
              <a:buNone/>
              <a:defRPr sz="1800">
                <a:latin typeface="Domine"/>
                <a:ea typeface="Domine"/>
                <a:cs typeface="Domine"/>
                <a:sym typeface="Domine"/>
              </a:defRPr>
            </a:lvl7pPr>
            <a:lvl8pPr lvl="7" rtl="0">
              <a:lnSpc>
                <a:spcPct val="100000"/>
              </a:lnSpc>
              <a:spcBef>
                <a:spcPts val="0"/>
              </a:spcBef>
              <a:spcAft>
                <a:spcPts val="0"/>
              </a:spcAft>
              <a:buSzPts val="1800"/>
              <a:buFont typeface="Domine"/>
              <a:buNone/>
              <a:defRPr sz="1800">
                <a:latin typeface="Domine"/>
                <a:ea typeface="Domine"/>
                <a:cs typeface="Domine"/>
                <a:sym typeface="Domine"/>
              </a:defRPr>
            </a:lvl8pPr>
            <a:lvl9pPr lvl="8" rtl="0">
              <a:lnSpc>
                <a:spcPct val="100000"/>
              </a:lnSpc>
              <a:spcBef>
                <a:spcPts val="0"/>
              </a:spcBef>
              <a:spcAft>
                <a:spcPts val="0"/>
              </a:spcAft>
              <a:buSzPts val="1800"/>
              <a:buFont typeface="Domine"/>
              <a:buNone/>
              <a:defRPr sz="1800">
                <a:latin typeface="Domine"/>
                <a:ea typeface="Domine"/>
                <a:cs typeface="Domine"/>
                <a:sym typeface="Domine"/>
              </a:defRPr>
            </a:lvl9pPr>
          </a:lstStyle>
          <a:p/>
        </p:txBody>
      </p:sp>
      <p:sp>
        <p:nvSpPr>
          <p:cNvPr id="118" name="Google Shape;118;p13"/>
          <p:cNvSpPr txBox="1"/>
          <p:nvPr>
            <p:ph idx="13" type="subTitle"/>
          </p:nvPr>
        </p:nvSpPr>
        <p:spPr>
          <a:xfrm>
            <a:off x="904325" y="3484896"/>
            <a:ext cx="1950900" cy="807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800"/>
              <a:buFont typeface="Domine"/>
              <a:buNone/>
              <a:defRPr i="1" sz="1800">
                <a:latin typeface="Domine"/>
                <a:ea typeface="Domine"/>
                <a:cs typeface="Domine"/>
                <a:sym typeface="Domine"/>
              </a:defRPr>
            </a:lvl1pPr>
            <a:lvl2pPr lvl="1" rtl="0">
              <a:lnSpc>
                <a:spcPct val="100000"/>
              </a:lnSpc>
              <a:spcBef>
                <a:spcPts val="0"/>
              </a:spcBef>
              <a:spcAft>
                <a:spcPts val="0"/>
              </a:spcAft>
              <a:buSzPts val="1800"/>
              <a:buFont typeface="Domine"/>
              <a:buNone/>
              <a:defRPr sz="1800">
                <a:latin typeface="Domine"/>
                <a:ea typeface="Domine"/>
                <a:cs typeface="Domine"/>
                <a:sym typeface="Domine"/>
              </a:defRPr>
            </a:lvl2pPr>
            <a:lvl3pPr lvl="2" rtl="0">
              <a:lnSpc>
                <a:spcPct val="100000"/>
              </a:lnSpc>
              <a:spcBef>
                <a:spcPts val="0"/>
              </a:spcBef>
              <a:spcAft>
                <a:spcPts val="0"/>
              </a:spcAft>
              <a:buSzPts val="1800"/>
              <a:buFont typeface="Domine"/>
              <a:buNone/>
              <a:defRPr sz="1800">
                <a:latin typeface="Domine"/>
                <a:ea typeface="Domine"/>
                <a:cs typeface="Domine"/>
                <a:sym typeface="Domine"/>
              </a:defRPr>
            </a:lvl3pPr>
            <a:lvl4pPr lvl="3" rtl="0">
              <a:lnSpc>
                <a:spcPct val="100000"/>
              </a:lnSpc>
              <a:spcBef>
                <a:spcPts val="0"/>
              </a:spcBef>
              <a:spcAft>
                <a:spcPts val="0"/>
              </a:spcAft>
              <a:buSzPts val="1800"/>
              <a:buFont typeface="Domine"/>
              <a:buNone/>
              <a:defRPr sz="1800">
                <a:latin typeface="Domine"/>
                <a:ea typeface="Domine"/>
                <a:cs typeface="Domine"/>
                <a:sym typeface="Domine"/>
              </a:defRPr>
            </a:lvl4pPr>
            <a:lvl5pPr lvl="4" rtl="0">
              <a:lnSpc>
                <a:spcPct val="100000"/>
              </a:lnSpc>
              <a:spcBef>
                <a:spcPts val="0"/>
              </a:spcBef>
              <a:spcAft>
                <a:spcPts val="0"/>
              </a:spcAft>
              <a:buSzPts val="1800"/>
              <a:buFont typeface="Domine"/>
              <a:buNone/>
              <a:defRPr sz="1800">
                <a:latin typeface="Domine"/>
                <a:ea typeface="Domine"/>
                <a:cs typeface="Domine"/>
                <a:sym typeface="Domine"/>
              </a:defRPr>
            </a:lvl5pPr>
            <a:lvl6pPr lvl="5" rtl="0">
              <a:lnSpc>
                <a:spcPct val="100000"/>
              </a:lnSpc>
              <a:spcBef>
                <a:spcPts val="0"/>
              </a:spcBef>
              <a:spcAft>
                <a:spcPts val="0"/>
              </a:spcAft>
              <a:buSzPts val="1800"/>
              <a:buFont typeface="Domine"/>
              <a:buNone/>
              <a:defRPr sz="1800">
                <a:latin typeface="Domine"/>
                <a:ea typeface="Domine"/>
                <a:cs typeface="Domine"/>
                <a:sym typeface="Domine"/>
              </a:defRPr>
            </a:lvl6pPr>
            <a:lvl7pPr lvl="6" rtl="0">
              <a:lnSpc>
                <a:spcPct val="100000"/>
              </a:lnSpc>
              <a:spcBef>
                <a:spcPts val="0"/>
              </a:spcBef>
              <a:spcAft>
                <a:spcPts val="0"/>
              </a:spcAft>
              <a:buSzPts val="1800"/>
              <a:buFont typeface="Domine"/>
              <a:buNone/>
              <a:defRPr sz="1800">
                <a:latin typeface="Domine"/>
                <a:ea typeface="Domine"/>
                <a:cs typeface="Domine"/>
                <a:sym typeface="Domine"/>
              </a:defRPr>
            </a:lvl7pPr>
            <a:lvl8pPr lvl="7" rtl="0">
              <a:lnSpc>
                <a:spcPct val="100000"/>
              </a:lnSpc>
              <a:spcBef>
                <a:spcPts val="0"/>
              </a:spcBef>
              <a:spcAft>
                <a:spcPts val="0"/>
              </a:spcAft>
              <a:buSzPts val="1800"/>
              <a:buFont typeface="Domine"/>
              <a:buNone/>
              <a:defRPr sz="1800">
                <a:latin typeface="Domine"/>
                <a:ea typeface="Domine"/>
                <a:cs typeface="Domine"/>
                <a:sym typeface="Domine"/>
              </a:defRPr>
            </a:lvl8pPr>
            <a:lvl9pPr lvl="8" rtl="0">
              <a:lnSpc>
                <a:spcPct val="100000"/>
              </a:lnSpc>
              <a:spcBef>
                <a:spcPts val="0"/>
              </a:spcBef>
              <a:spcAft>
                <a:spcPts val="0"/>
              </a:spcAft>
              <a:buSzPts val="1800"/>
              <a:buFont typeface="Domine"/>
              <a:buNone/>
              <a:defRPr sz="1800">
                <a:latin typeface="Domine"/>
                <a:ea typeface="Domine"/>
                <a:cs typeface="Domine"/>
                <a:sym typeface="Domine"/>
              </a:defRPr>
            </a:lvl9pPr>
          </a:lstStyle>
          <a:p/>
        </p:txBody>
      </p:sp>
      <p:sp>
        <p:nvSpPr>
          <p:cNvPr id="119" name="Google Shape;119;p13"/>
          <p:cNvSpPr txBox="1"/>
          <p:nvPr>
            <p:ph idx="14" type="subTitle"/>
          </p:nvPr>
        </p:nvSpPr>
        <p:spPr>
          <a:xfrm>
            <a:off x="3593025" y="3484896"/>
            <a:ext cx="1950900" cy="807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800"/>
              <a:buFont typeface="Domine"/>
              <a:buNone/>
              <a:defRPr i="1" sz="1800">
                <a:latin typeface="Domine"/>
                <a:ea typeface="Domine"/>
                <a:cs typeface="Domine"/>
                <a:sym typeface="Domine"/>
              </a:defRPr>
            </a:lvl1pPr>
            <a:lvl2pPr lvl="1" rtl="0">
              <a:lnSpc>
                <a:spcPct val="100000"/>
              </a:lnSpc>
              <a:spcBef>
                <a:spcPts val="0"/>
              </a:spcBef>
              <a:spcAft>
                <a:spcPts val="0"/>
              </a:spcAft>
              <a:buSzPts val="1800"/>
              <a:buFont typeface="Domine"/>
              <a:buNone/>
              <a:defRPr sz="1800">
                <a:latin typeface="Domine"/>
                <a:ea typeface="Domine"/>
                <a:cs typeface="Domine"/>
                <a:sym typeface="Domine"/>
              </a:defRPr>
            </a:lvl2pPr>
            <a:lvl3pPr lvl="2" rtl="0">
              <a:lnSpc>
                <a:spcPct val="100000"/>
              </a:lnSpc>
              <a:spcBef>
                <a:spcPts val="0"/>
              </a:spcBef>
              <a:spcAft>
                <a:spcPts val="0"/>
              </a:spcAft>
              <a:buSzPts val="1800"/>
              <a:buFont typeface="Domine"/>
              <a:buNone/>
              <a:defRPr sz="1800">
                <a:latin typeface="Domine"/>
                <a:ea typeface="Domine"/>
                <a:cs typeface="Domine"/>
                <a:sym typeface="Domine"/>
              </a:defRPr>
            </a:lvl3pPr>
            <a:lvl4pPr lvl="3" rtl="0">
              <a:lnSpc>
                <a:spcPct val="100000"/>
              </a:lnSpc>
              <a:spcBef>
                <a:spcPts val="0"/>
              </a:spcBef>
              <a:spcAft>
                <a:spcPts val="0"/>
              </a:spcAft>
              <a:buSzPts val="1800"/>
              <a:buFont typeface="Domine"/>
              <a:buNone/>
              <a:defRPr sz="1800">
                <a:latin typeface="Domine"/>
                <a:ea typeface="Domine"/>
                <a:cs typeface="Domine"/>
                <a:sym typeface="Domine"/>
              </a:defRPr>
            </a:lvl4pPr>
            <a:lvl5pPr lvl="4" rtl="0">
              <a:lnSpc>
                <a:spcPct val="100000"/>
              </a:lnSpc>
              <a:spcBef>
                <a:spcPts val="0"/>
              </a:spcBef>
              <a:spcAft>
                <a:spcPts val="0"/>
              </a:spcAft>
              <a:buSzPts val="1800"/>
              <a:buFont typeface="Domine"/>
              <a:buNone/>
              <a:defRPr sz="1800">
                <a:latin typeface="Domine"/>
                <a:ea typeface="Domine"/>
                <a:cs typeface="Domine"/>
                <a:sym typeface="Domine"/>
              </a:defRPr>
            </a:lvl5pPr>
            <a:lvl6pPr lvl="5" rtl="0">
              <a:lnSpc>
                <a:spcPct val="100000"/>
              </a:lnSpc>
              <a:spcBef>
                <a:spcPts val="0"/>
              </a:spcBef>
              <a:spcAft>
                <a:spcPts val="0"/>
              </a:spcAft>
              <a:buSzPts val="1800"/>
              <a:buFont typeface="Domine"/>
              <a:buNone/>
              <a:defRPr sz="1800">
                <a:latin typeface="Domine"/>
                <a:ea typeface="Domine"/>
                <a:cs typeface="Domine"/>
                <a:sym typeface="Domine"/>
              </a:defRPr>
            </a:lvl6pPr>
            <a:lvl7pPr lvl="6" rtl="0">
              <a:lnSpc>
                <a:spcPct val="100000"/>
              </a:lnSpc>
              <a:spcBef>
                <a:spcPts val="0"/>
              </a:spcBef>
              <a:spcAft>
                <a:spcPts val="0"/>
              </a:spcAft>
              <a:buSzPts val="1800"/>
              <a:buFont typeface="Domine"/>
              <a:buNone/>
              <a:defRPr sz="1800">
                <a:latin typeface="Domine"/>
                <a:ea typeface="Domine"/>
                <a:cs typeface="Domine"/>
                <a:sym typeface="Domine"/>
              </a:defRPr>
            </a:lvl7pPr>
            <a:lvl8pPr lvl="7" rtl="0">
              <a:lnSpc>
                <a:spcPct val="100000"/>
              </a:lnSpc>
              <a:spcBef>
                <a:spcPts val="0"/>
              </a:spcBef>
              <a:spcAft>
                <a:spcPts val="0"/>
              </a:spcAft>
              <a:buSzPts val="1800"/>
              <a:buFont typeface="Domine"/>
              <a:buNone/>
              <a:defRPr sz="1800">
                <a:latin typeface="Domine"/>
                <a:ea typeface="Domine"/>
                <a:cs typeface="Domine"/>
                <a:sym typeface="Domine"/>
              </a:defRPr>
            </a:lvl8pPr>
            <a:lvl9pPr lvl="8" rtl="0">
              <a:lnSpc>
                <a:spcPct val="100000"/>
              </a:lnSpc>
              <a:spcBef>
                <a:spcPts val="0"/>
              </a:spcBef>
              <a:spcAft>
                <a:spcPts val="0"/>
              </a:spcAft>
              <a:buSzPts val="1800"/>
              <a:buFont typeface="Domine"/>
              <a:buNone/>
              <a:defRPr sz="1800">
                <a:latin typeface="Domine"/>
                <a:ea typeface="Domine"/>
                <a:cs typeface="Domine"/>
                <a:sym typeface="Domine"/>
              </a:defRPr>
            </a:lvl9pPr>
          </a:lstStyle>
          <a:p/>
        </p:txBody>
      </p:sp>
      <p:sp>
        <p:nvSpPr>
          <p:cNvPr id="120" name="Google Shape;120;p13"/>
          <p:cNvSpPr txBox="1"/>
          <p:nvPr>
            <p:ph idx="15" type="subTitle"/>
          </p:nvPr>
        </p:nvSpPr>
        <p:spPr>
          <a:xfrm>
            <a:off x="6281725" y="3484896"/>
            <a:ext cx="1950900" cy="807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800"/>
              <a:buFont typeface="Domine"/>
              <a:buNone/>
              <a:defRPr i="1" sz="1800">
                <a:latin typeface="Domine"/>
                <a:ea typeface="Domine"/>
                <a:cs typeface="Domine"/>
                <a:sym typeface="Domine"/>
              </a:defRPr>
            </a:lvl1pPr>
            <a:lvl2pPr lvl="1" rtl="0">
              <a:lnSpc>
                <a:spcPct val="100000"/>
              </a:lnSpc>
              <a:spcBef>
                <a:spcPts val="0"/>
              </a:spcBef>
              <a:spcAft>
                <a:spcPts val="0"/>
              </a:spcAft>
              <a:buSzPts val="1800"/>
              <a:buFont typeface="Domine"/>
              <a:buNone/>
              <a:defRPr sz="1800">
                <a:latin typeface="Domine"/>
                <a:ea typeface="Domine"/>
                <a:cs typeface="Domine"/>
                <a:sym typeface="Domine"/>
              </a:defRPr>
            </a:lvl2pPr>
            <a:lvl3pPr lvl="2" rtl="0">
              <a:lnSpc>
                <a:spcPct val="100000"/>
              </a:lnSpc>
              <a:spcBef>
                <a:spcPts val="0"/>
              </a:spcBef>
              <a:spcAft>
                <a:spcPts val="0"/>
              </a:spcAft>
              <a:buSzPts val="1800"/>
              <a:buFont typeface="Domine"/>
              <a:buNone/>
              <a:defRPr sz="1800">
                <a:latin typeface="Domine"/>
                <a:ea typeface="Domine"/>
                <a:cs typeface="Domine"/>
                <a:sym typeface="Domine"/>
              </a:defRPr>
            </a:lvl3pPr>
            <a:lvl4pPr lvl="3" rtl="0">
              <a:lnSpc>
                <a:spcPct val="100000"/>
              </a:lnSpc>
              <a:spcBef>
                <a:spcPts val="0"/>
              </a:spcBef>
              <a:spcAft>
                <a:spcPts val="0"/>
              </a:spcAft>
              <a:buSzPts val="1800"/>
              <a:buFont typeface="Domine"/>
              <a:buNone/>
              <a:defRPr sz="1800">
                <a:latin typeface="Domine"/>
                <a:ea typeface="Domine"/>
                <a:cs typeface="Domine"/>
                <a:sym typeface="Domine"/>
              </a:defRPr>
            </a:lvl4pPr>
            <a:lvl5pPr lvl="4" rtl="0">
              <a:lnSpc>
                <a:spcPct val="100000"/>
              </a:lnSpc>
              <a:spcBef>
                <a:spcPts val="0"/>
              </a:spcBef>
              <a:spcAft>
                <a:spcPts val="0"/>
              </a:spcAft>
              <a:buSzPts val="1800"/>
              <a:buFont typeface="Domine"/>
              <a:buNone/>
              <a:defRPr sz="1800">
                <a:latin typeface="Domine"/>
                <a:ea typeface="Domine"/>
                <a:cs typeface="Domine"/>
                <a:sym typeface="Domine"/>
              </a:defRPr>
            </a:lvl5pPr>
            <a:lvl6pPr lvl="5" rtl="0">
              <a:lnSpc>
                <a:spcPct val="100000"/>
              </a:lnSpc>
              <a:spcBef>
                <a:spcPts val="0"/>
              </a:spcBef>
              <a:spcAft>
                <a:spcPts val="0"/>
              </a:spcAft>
              <a:buSzPts val="1800"/>
              <a:buFont typeface="Domine"/>
              <a:buNone/>
              <a:defRPr sz="1800">
                <a:latin typeface="Domine"/>
                <a:ea typeface="Domine"/>
                <a:cs typeface="Domine"/>
                <a:sym typeface="Domine"/>
              </a:defRPr>
            </a:lvl6pPr>
            <a:lvl7pPr lvl="6" rtl="0">
              <a:lnSpc>
                <a:spcPct val="100000"/>
              </a:lnSpc>
              <a:spcBef>
                <a:spcPts val="0"/>
              </a:spcBef>
              <a:spcAft>
                <a:spcPts val="0"/>
              </a:spcAft>
              <a:buSzPts val="1800"/>
              <a:buFont typeface="Domine"/>
              <a:buNone/>
              <a:defRPr sz="1800">
                <a:latin typeface="Domine"/>
                <a:ea typeface="Domine"/>
                <a:cs typeface="Domine"/>
                <a:sym typeface="Domine"/>
              </a:defRPr>
            </a:lvl7pPr>
            <a:lvl8pPr lvl="7" rtl="0">
              <a:lnSpc>
                <a:spcPct val="100000"/>
              </a:lnSpc>
              <a:spcBef>
                <a:spcPts val="0"/>
              </a:spcBef>
              <a:spcAft>
                <a:spcPts val="0"/>
              </a:spcAft>
              <a:buSzPts val="1800"/>
              <a:buFont typeface="Domine"/>
              <a:buNone/>
              <a:defRPr sz="1800">
                <a:latin typeface="Domine"/>
                <a:ea typeface="Domine"/>
                <a:cs typeface="Domine"/>
                <a:sym typeface="Domine"/>
              </a:defRPr>
            </a:lvl8pPr>
            <a:lvl9pPr lvl="8" rtl="0">
              <a:lnSpc>
                <a:spcPct val="100000"/>
              </a:lnSpc>
              <a:spcBef>
                <a:spcPts val="0"/>
              </a:spcBef>
              <a:spcAft>
                <a:spcPts val="0"/>
              </a:spcAft>
              <a:buSzPts val="1800"/>
              <a:buFont typeface="Domine"/>
              <a:buNone/>
              <a:defRPr sz="1800">
                <a:latin typeface="Domine"/>
                <a:ea typeface="Domine"/>
                <a:cs typeface="Domine"/>
                <a:sym typeface="Domine"/>
              </a:defRPr>
            </a:lvl9pPr>
          </a:lstStyle>
          <a:p/>
        </p:txBody>
      </p:sp>
      <p:cxnSp>
        <p:nvCxnSpPr>
          <p:cNvPr id="121" name="Google Shape;121;p13"/>
          <p:cNvCxnSpPr/>
          <p:nvPr/>
        </p:nvCxnSpPr>
        <p:spPr>
          <a:xfrm>
            <a:off x="704550" y="250763"/>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122" name="Google Shape;122;p13"/>
          <p:cNvCxnSpPr/>
          <p:nvPr/>
        </p:nvCxnSpPr>
        <p:spPr>
          <a:xfrm>
            <a:off x="704550" y="4892738"/>
            <a:ext cx="7734900" cy="0"/>
          </a:xfrm>
          <a:prstGeom prst="straightConnector1">
            <a:avLst/>
          </a:prstGeom>
          <a:noFill/>
          <a:ln cap="flat" cmpd="sng" w="19050">
            <a:solidFill>
              <a:schemeClr val="dk2"/>
            </a:solidFill>
            <a:prstDash val="solid"/>
            <a:round/>
            <a:headEnd len="med" w="med" type="none"/>
            <a:tailEnd len="med" w="med" type="none"/>
          </a:ln>
        </p:spPr>
      </p:cxnSp>
      <p:sp>
        <p:nvSpPr>
          <p:cNvPr id="123" name="Google Shape;123;p13"/>
          <p:cNvSpPr/>
          <p:nvPr/>
        </p:nvSpPr>
        <p:spPr>
          <a:xfrm>
            <a:off x="8552575" y="193325"/>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3"/>
          <p:cNvSpPr/>
          <p:nvPr/>
        </p:nvSpPr>
        <p:spPr>
          <a:xfrm>
            <a:off x="476525" y="4835300"/>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3"/>
          <p:cNvSpPr/>
          <p:nvPr/>
        </p:nvSpPr>
        <p:spPr>
          <a:xfrm>
            <a:off x="8552575" y="4835300"/>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3"/>
          <p:cNvSpPr/>
          <p:nvPr/>
        </p:nvSpPr>
        <p:spPr>
          <a:xfrm>
            <a:off x="476525" y="193325"/>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7" name="Google Shape;127;p13"/>
          <p:cNvCxnSpPr/>
          <p:nvPr/>
        </p:nvCxnSpPr>
        <p:spPr>
          <a:xfrm flipH="1" rot="10800000">
            <a:off x="704543" y="4719950"/>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cxnSp>
        <p:nvCxnSpPr>
          <p:cNvPr id="128" name="Google Shape;128;p13"/>
          <p:cNvCxnSpPr/>
          <p:nvPr/>
        </p:nvCxnSpPr>
        <p:spPr>
          <a:xfrm rot="10800000">
            <a:off x="6985310" y="4719950"/>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29" name="Shape 129"/>
        <p:cNvGrpSpPr/>
        <p:nvPr/>
      </p:nvGrpSpPr>
      <p:grpSpPr>
        <a:xfrm>
          <a:off x="0" y="0"/>
          <a:ext cx="0" cy="0"/>
          <a:chOff x="0" y="0"/>
          <a:chExt cx="0" cy="0"/>
        </a:xfrm>
      </p:grpSpPr>
      <p:sp>
        <p:nvSpPr>
          <p:cNvPr id="130" name="Google Shape;130;p14"/>
          <p:cNvSpPr txBox="1"/>
          <p:nvPr>
            <p:ph idx="1" type="subTitle"/>
          </p:nvPr>
        </p:nvSpPr>
        <p:spPr>
          <a:xfrm>
            <a:off x="4846900" y="1949000"/>
            <a:ext cx="3582000" cy="252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AutoNum type="arabicPeriod"/>
              <a:defRPr/>
            </a:lvl1pPr>
            <a:lvl2pPr lvl="1" rtl="0">
              <a:lnSpc>
                <a:spcPct val="100000"/>
              </a:lnSpc>
              <a:spcBef>
                <a:spcPts val="0"/>
              </a:spcBef>
              <a:spcAft>
                <a:spcPts val="0"/>
              </a:spcAft>
              <a:buSzPts val="1600"/>
              <a:buAutoNum type="alphaLcPeriod"/>
              <a:defRPr sz="1600"/>
            </a:lvl2pPr>
            <a:lvl3pPr lvl="2" rtl="0">
              <a:lnSpc>
                <a:spcPct val="100000"/>
              </a:lnSpc>
              <a:spcBef>
                <a:spcPts val="0"/>
              </a:spcBef>
              <a:spcAft>
                <a:spcPts val="0"/>
              </a:spcAft>
              <a:buSzPts val="1600"/>
              <a:buAutoNum type="romanLcPeriod"/>
              <a:defRPr sz="1600"/>
            </a:lvl3pPr>
            <a:lvl4pPr lvl="3" rtl="0">
              <a:lnSpc>
                <a:spcPct val="100000"/>
              </a:lnSpc>
              <a:spcBef>
                <a:spcPts val="0"/>
              </a:spcBef>
              <a:spcAft>
                <a:spcPts val="0"/>
              </a:spcAft>
              <a:buSzPts val="1600"/>
              <a:buAutoNum type="arabicPeriod"/>
              <a:defRPr sz="1600"/>
            </a:lvl4pPr>
            <a:lvl5pPr lvl="4" rtl="0">
              <a:lnSpc>
                <a:spcPct val="100000"/>
              </a:lnSpc>
              <a:spcBef>
                <a:spcPts val="0"/>
              </a:spcBef>
              <a:spcAft>
                <a:spcPts val="0"/>
              </a:spcAft>
              <a:buSzPts val="1600"/>
              <a:buAutoNum type="alphaLcPeriod"/>
              <a:defRPr sz="1600"/>
            </a:lvl5pPr>
            <a:lvl6pPr lvl="5" rtl="0">
              <a:lnSpc>
                <a:spcPct val="100000"/>
              </a:lnSpc>
              <a:spcBef>
                <a:spcPts val="0"/>
              </a:spcBef>
              <a:spcAft>
                <a:spcPts val="0"/>
              </a:spcAft>
              <a:buSzPts val="1600"/>
              <a:buAutoNum type="romanLcPeriod"/>
              <a:defRPr sz="1600"/>
            </a:lvl6pPr>
            <a:lvl7pPr lvl="6" rtl="0">
              <a:lnSpc>
                <a:spcPct val="100000"/>
              </a:lnSpc>
              <a:spcBef>
                <a:spcPts val="0"/>
              </a:spcBef>
              <a:spcAft>
                <a:spcPts val="0"/>
              </a:spcAft>
              <a:buSzPts val="1600"/>
              <a:buAutoNum type="arabicPeriod"/>
              <a:defRPr sz="1600"/>
            </a:lvl7pPr>
            <a:lvl8pPr lvl="7" rtl="0">
              <a:lnSpc>
                <a:spcPct val="100000"/>
              </a:lnSpc>
              <a:spcBef>
                <a:spcPts val="0"/>
              </a:spcBef>
              <a:spcAft>
                <a:spcPts val="0"/>
              </a:spcAft>
              <a:buSzPts val="1600"/>
              <a:buAutoNum type="alphaLcPeriod"/>
              <a:defRPr sz="1600"/>
            </a:lvl8pPr>
            <a:lvl9pPr lvl="8" rtl="0">
              <a:lnSpc>
                <a:spcPct val="100000"/>
              </a:lnSpc>
              <a:spcBef>
                <a:spcPts val="0"/>
              </a:spcBef>
              <a:spcAft>
                <a:spcPts val="0"/>
              </a:spcAft>
              <a:buSzPts val="1600"/>
              <a:buAutoNum type="romanLcPeriod"/>
              <a:defRPr sz="1600"/>
            </a:lvl9pPr>
          </a:lstStyle>
          <a:p/>
        </p:txBody>
      </p:sp>
      <p:sp>
        <p:nvSpPr>
          <p:cNvPr id="131" name="Google Shape;131;p14"/>
          <p:cNvSpPr txBox="1"/>
          <p:nvPr>
            <p:ph type="title"/>
          </p:nvPr>
        </p:nvSpPr>
        <p:spPr>
          <a:xfrm>
            <a:off x="4846900" y="669400"/>
            <a:ext cx="3582000" cy="1227600"/>
          </a:xfrm>
          <a:prstGeom prst="rect">
            <a:avLst/>
          </a:prstGeom>
        </p:spPr>
        <p:txBody>
          <a:bodyPr anchorCtr="0" anchor="b"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132" name="Google Shape;132;p14"/>
          <p:cNvCxnSpPr/>
          <p:nvPr/>
        </p:nvCxnSpPr>
        <p:spPr>
          <a:xfrm>
            <a:off x="704550" y="250763"/>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133" name="Google Shape;133;p14"/>
          <p:cNvCxnSpPr/>
          <p:nvPr/>
        </p:nvCxnSpPr>
        <p:spPr>
          <a:xfrm>
            <a:off x="704550" y="4892738"/>
            <a:ext cx="7734900" cy="0"/>
          </a:xfrm>
          <a:prstGeom prst="straightConnector1">
            <a:avLst/>
          </a:prstGeom>
          <a:noFill/>
          <a:ln cap="flat" cmpd="sng" w="19050">
            <a:solidFill>
              <a:schemeClr val="dk2"/>
            </a:solidFill>
            <a:prstDash val="solid"/>
            <a:round/>
            <a:headEnd len="med" w="med" type="none"/>
            <a:tailEnd len="med" w="med" type="none"/>
          </a:ln>
        </p:spPr>
      </p:cxnSp>
      <p:sp>
        <p:nvSpPr>
          <p:cNvPr id="134" name="Google Shape;134;p14"/>
          <p:cNvSpPr/>
          <p:nvPr/>
        </p:nvSpPr>
        <p:spPr>
          <a:xfrm>
            <a:off x="8552575" y="193325"/>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4"/>
          <p:cNvSpPr/>
          <p:nvPr/>
        </p:nvSpPr>
        <p:spPr>
          <a:xfrm>
            <a:off x="476525" y="4835300"/>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4"/>
          <p:cNvSpPr/>
          <p:nvPr/>
        </p:nvSpPr>
        <p:spPr>
          <a:xfrm>
            <a:off x="8552575" y="4835300"/>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4"/>
          <p:cNvSpPr/>
          <p:nvPr/>
        </p:nvSpPr>
        <p:spPr>
          <a:xfrm>
            <a:off x="476525" y="193325"/>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8" name="Google Shape;138;p14"/>
          <p:cNvCxnSpPr/>
          <p:nvPr/>
        </p:nvCxnSpPr>
        <p:spPr>
          <a:xfrm flipH="1" rot="10800000">
            <a:off x="704543" y="4719950"/>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cxnSp>
        <p:nvCxnSpPr>
          <p:cNvPr id="139" name="Google Shape;139;p14"/>
          <p:cNvCxnSpPr/>
          <p:nvPr/>
        </p:nvCxnSpPr>
        <p:spPr>
          <a:xfrm rot="10800000">
            <a:off x="6985310" y="4719950"/>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
    <p:spTree>
      <p:nvGrpSpPr>
        <p:cNvPr id="140" name="Shape 140"/>
        <p:cNvGrpSpPr/>
        <p:nvPr/>
      </p:nvGrpSpPr>
      <p:grpSpPr>
        <a:xfrm>
          <a:off x="0" y="0"/>
          <a:ext cx="0" cy="0"/>
          <a:chOff x="0" y="0"/>
          <a:chExt cx="0" cy="0"/>
        </a:xfrm>
      </p:grpSpPr>
      <p:sp>
        <p:nvSpPr>
          <p:cNvPr id="141" name="Google Shape;141;p15"/>
          <p:cNvSpPr txBox="1"/>
          <p:nvPr>
            <p:ph idx="1" type="subTitle"/>
          </p:nvPr>
        </p:nvSpPr>
        <p:spPr>
          <a:xfrm>
            <a:off x="715100" y="1879500"/>
            <a:ext cx="3480300" cy="2488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D1B4E5"/>
              </a:buClr>
              <a:buSzPts val="1500"/>
              <a:buFont typeface="Barlow"/>
              <a:buAutoNum type="arabicPeriod"/>
              <a:defRPr/>
            </a:lvl1pPr>
            <a:lvl2pPr lvl="1" rtl="0">
              <a:lnSpc>
                <a:spcPct val="100000"/>
              </a:lnSpc>
              <a:spcBef>
                <a:spcPts val="1000"/>
              </a:spcBef>
              <a:spcAft>
                <a:spcPts val="0"/>
              </a:spcAft>
              <a:buClr>
                <a:srgbClr val="000000"/>
              </a:buClr>
              <a:buSzPts val="1400"/>
              <a:buFont typeface="Arimo"/>
              <a:buAutoNum type="alphaLcPeriod"/>
              <a:defRPr/>
            </a:lvl2pPr>
            <a:lvl3pPr lvl="2" rtl="0">
              <a:lnSpc>
                <a:spcPct val="100000"/>
              </a:lnSpc>
              <a:spcBef>
                <a:spcPts val="0"/>
              </a:spcBef>
              <a:spcAft>
                <a:spcPts val="0"/>
              </a:spcAft>
              <a:buClr>
                <a:srgbClr val="000000"/>
              </a:buClr>
              <a:buSzPts val="1400"/>
              <a:buFont typeface="Arimo"/>
              <a:buAutoNum type="romanLcPeriod"/>
              <a:defRPr/>
            </a:lvl3pPr>
            <a:lvl4pPr lvl="3" rtl="0">
              <a:lnSpc>
                <a:spcPct val="100000"/>
              </a:lnSpc>
              <a:spcBef>
                <a:spcPts val="0"/>
              </a:spcBef>
              <a:spcAft>
                <a:spcPts val="0"/>
              </a:spcAft>
              <a:buClr>
                <a:srgbClr val="000000"/>
              </a:buClr>
              <a:buSzPts val="1400"/>
              <a:buFont typeface="Arimo"/>
              <a:buAutoNum type="arabicPeriod"/>
              <a:defRPr/>
            </a:lvl4pPr>
            <a:lvl5pPr lvl="4" rtl="0">
              <a:lnSpc>
                <a:spcPct val="100000"/>
              </a:lnSpc>
              <a:spcBef>
                <a:spcPts val="0"/>
              </a:spcBef>
              <a:spcAft>
                <a:spcPts val="0"/>
              </a:spcAft>
              <a:buClr>
                <a:srgbClr val="000000"/>
              </a:buClr>
              <a:buSzPts val="1400"/>
              <a:buFont typeface="Arimo"/>
              <a:buAutoNum type="alphaLcPeriod"/>
              <a:defRPr/>
            </a:lvl5pPr>
            <a:lvl6pPr lvl="5" rtl="0">
              <a:lnSpc>
                <a:spcPct val="100000"/>
              </a:lnSpc>
              <a:spcBef>
                <a:spcPts val="0"/>
              </a:spcBef>
              <a:spcAft>
                <a:spcPts val="0"/>
              </a:spcAft>
              <a:buClr>
                <a:srgbClr val="000000"/>
              </a:buClr>
              <a:buSzPts val="1400"/>
              <a:buFont typeface="Arimo"/>
              <a:buAutoNum type="romanLcPeriod"/>
              <a:defRPr/>
            </a:lvl6pPr>
            <a:lvl7pPr lvl="6" rtl="0">
              <a:lnSpc>
                <a:spcPct val="100000"/>
              </a:lnSpc>
              <a:spcBef>
                <a:spcPts val="0"/>
              </a:spcBef>
              <a:spcAft>
                <a:spcPts val="0"/>
              </a:spcAft>
              <a:buClr>
                <a:srgbClr val="000000"/>
              </a:buClr>
              <a:buSzPts val="1400"/>
              <a:buFont typeface="Arimo"/>
              <a:buAutoNum type="arabicPeriod"/>
              <a:defRPr/>
            </a:lvl7pPr>
            <a:lvl8pPr lvl="7" rtl="0">
              <a:lnSpc>
                <a:spcPct val="100000"/>
              </a:lnSpc>
              <a:spcBef>
                <a:spcPts val="0"/>
              </a:spcBef>
              <a:spcAft>
                <a:spcPts val="0"/>
              </a:spcAft>
              <a:buClr>
                <a:srgbClr val="000000"/>
              </a:buClr>
              <a:buSzPts val="1400"/>
              <a:buFont typeface="Arimo"/>
              <a:buAutoNum type="alphaLcPeriod"/>
              <a:defRPr/>
            </a:lvl8pPr>
            <a:lvl9pPr lvl="8" rtl="0">
              <a:lnSpc>
                <a:spcPct val="100000"/>
              </a:lnSpc>
              <a:spcBef>
                <a:spcPts val="0"/>
              </a:spcBef>
              <a:spcAft>
                <a:spcPts val="0"/>
              </a:spcAft>
              <a:buClr>
                <a:srgbClr val="000000"/>
              </a:buClr>
              <a:buSzPts val="1400"/>
              <a:buFont typeface="Arimo"/>
              <a:buAutoNum type="romanLcPeriod"/>
              <a:defRPr/>
            </a:lvl9pPr>
          </a:lstStyle>
          <a:p/>
        </p:txBody>
      </p:sp>
      <p:sp>
        <p:nvSpPr>
          <p:cNvPr id="142" name="Google Shape;142;p15"/>
          <p:cNvSpPr txBox="1"/>
          <p:nvPr>
            <p:ph type="title"/>
          </p:nvPr>
        </p:nvSpPr>
        <p:spPr>
          <a:xfrm>
            <a:off x="715100" y="860000"/>
            <a:ext cx="3001500" cy="1019400"/>
          </a:xfrm>
          <a:prstGeom prst="rect">
            <a:avLst/>
          </a:prstGeom>
        </p:spPr>
        <p:txBody>
          <a:bodyPr anchorCtr="0" anchor="b"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143" name="Google Shape;143;p15"/>
          <p:cNvCxnSpPr/>
          <p:nvPr/>
        </p:nvCxnSpPr>
        <p:spPr>
          <a:xfrm>
            <a:off x="704550" y="4892738"/>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144" name="Google Shape;144;p15"/>
          <p:cNvCxnSpPr/>
          <p:nvPr/>
        </p:nvCxnSpPr>
        <p:spPr>
          <a:xfrm>
            <a:off x="704550" y="250763"/>
            <a:ext cx="7734900" cy="0"/>
          </a:xfrm>
          <a:prstGeom prst="straightConnector1">
            <a:avLst/>
          </a:prstGeom>
          <a:noFill/>
          <a:ln cap="flat" cmpd="sng" w="19050">
            <a:solidFill>
              <a:schemeClr val="dk2"/>
            </a:solidFill>
            <a:prstDash val="solid"/>
            <a:round/>
            <a:headEnd len="med" w="med" type="none"/>
            <a:tailEnd len="med" w="med" type="none"/>
          </a:ln>
        </p:spPr>
      </p:cxnSp>
      <p:sp>
        <p:nvSpPr>
          <p:cNvPr id="145" name="Google Shape;145;p15"/>
          <p:cNvSpPr/>
          <p:nvPr/>
        </p:nvSpPr>
        <p:spPr>
          <a:xfrm>
            <a:off x="424325" y="167225"/>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5"/>
          <p:cNvSpPr/>
          <p:nvPr/>
        </p:nvSpPr>
        <p:spPr>
          <a:xfrm>
            <a:off x="8552575" y="4809188"/>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_1">
    <p:spTree>
      <p:nvGrpSpPr>
        <p:cNvPr id="147" name="Shape 147"/>
        <p:cNvGrpSpPr/>
        <p:nvPr/>
      </p:nvGrpSpPr>
      <p:grpSpPr>
        <a:xfrm>
          <a:off x="0" y="0"/>
          <a:ext cx="0" cy="0"/>
          <a:chOff x="0" y="0"/>
          <a:chExt cx="0" cy="0"/>
        </a:xfrm>
      </p:grpSpPr>
      <p:sp>
        <p:nvSpPr>
          <p:cNvPr id="148" name="Google Shape;148;p16"/>
          <p:cNvSpPr txBox="1"/>
          <p:nvPr>
            <p:ph idx="1" type="subTitle"/>
          </p:nvPr>
        </p:nvSpPr>
        <p:spPr>
          <a:xfrm>
            <a:off x="715100" y="1142125"/>
            <a:ext cx="7704000" cy="3299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Char char="●"/>
              <a:defRPr/>
            </a:lvl1pPr>
            <a:lvl2pPr lvl="1" rtl="0">
              <a:lnSpc>
                <a:spcPct val="100000"/>
              </a:lnSpc>
              <a:spcBef>
                <a:spcPts val="1000"/>
              </a:spcBef>
              <a:spcAft>
                <a:spcPts val="0"/>
              </a:spcAft>
              <a:buSzPts val="1200"/>
              <a:buChar char="○"/>
              <a:defRPr/>
            </a:lvl2pPr>
            <a:lvl3pPr lvl="2" rtl="0">
              <a:lnSpc>
                <a:spcPct val="100000"/>
              </a:lnSpc>
              <a:spcBef>
                <a:spcPts val="0"/>
              </a:spcBef>
              <a:spcAft>
                <a:spcPts val="0"/>
              </a:spcAft>
              <a:buSzPts val="1200"/>
              <a:buChar char="■"/>
              <a:defRPr/>
            </a:lvl3pPr>
            <a:lvl4pPr lvl="3" rtl="0">
              <a:lnSpc>
                <a:spcPct val="100000"/>
              </a:lnSpc>
              <a:spcBef>
                <a:spcPts val="0"/>
              </a:spcBef>
              <a:spcAft>
                <a:spcPts val="0"/>
              </a:spcAft>
              <a:buSzPts val="1200"/>
              <a:buChar char="●"/>
              <a:defRPr/>
            </a:lvl4pPr>
            <a:lvl5pPr lvl="4" rtl="0">
              <a:lnSpc>
                <a:spcPct val="100000"/>
              </a:lnSpc>
              <a:spcBef>
                <a:spcPts val="0"/>
              </a:spcBef>
              <a:spcAft>
                <a:spcPts val="0"/>
              </a:spcAft>
              <a:buSzPts val="1200"/>
              <a:buChar char="○"/>
              <a:defRPr/>
            </a:lvl5pPr>
            <a:lvl6pPr lvl="5" rtl="0">
              <a:lnSpc>
                <a:spcPct val="100000"/>
              </a:lnSpc>
              <a:spcBef>
                <a:spcPts val="0"/>
              </a:spcBef>
              <a:spcAft>
                <a:spcPts val="0"/>
              </a:spcAft>
              <a:buSzPts val="1200"/>
              <a:buChar char="■"/>
              <a:defRPr/>
            </a:lvl6pPr>
            <a:lvl7pPr lvl="6" rtl="0">
              <a:lnSpc>
                <a:spcPct val="100000"/>
              </a:lnSpc>
              <a:spcBef>
                <a:spcPts val="0"/>
              </a:spcBef>
              <a:spcAft>
                <a:spcPts val="0"/>
              </a:spcAft>
              <a:buSzPts val="1200"/>
              <a:buChar char="●"/>
              <a:defRPr/>
            </a:lvl7pPr>
            <a:lvl8pPr lvl="7" rtl="0">
              <a:lnSpc>
                <a:spcPct val="100000"/>
              </a:lnSpc>
              <a:spcBef>
                <a:spcPts val="0"/>
              </a:spcBef>
              <a:spcAft>
                <a:spcPts val="0"/>
              </a:spcAft>
              <a:buSzPts val="1200"/>
              <a:buChar char="○"/>
              <a:defRPr/>
            </a:lvl8pPr>
            <a:lvl9pPr lvl="8" rtl="0">
              <a:lnSpc>
                <a:spcPct val="100000"/>
              </a:lnSpc>
              <a:spcBef>
                <a:spcPts val="0"/>
              </a:spcBef>
              <a:spcAft>
                <a:spcPts val="0"/>
              </a:spcAft>
              <a:buSzPts val="1200"/>
              <a:buChar char="■"/>
              <a:defRPr/>
            </a:lvl9pPr>
          </a:lstStyle>
          <a:p/>
        </p:txBody>
      </p:sp>
      <p:sp>
        <p:nvSpPr>
          <p:cNvPr id="149" name="Google Shape;149;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150" name="Google Shape;150;p16"/>
          <p:cNvCxnSpPr/>
          <p:nvPr/>
        </p:nvCxnSpPr>
        <p:spPr>
          <a:xfrm>
            <a:off x="704550" y="4892738"/>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151" name="Google Shape;151;p16"/>
          <p:cNvCxnSpPr/>
          <p:nvPr/>
        </p:nvCxnSpPr>
        <p:spPr>
          <a:xfrm>
            <a:off x="704550" y="250763"/>
            <a:ext cx="7734900" cy="0"/>
          </a:xfrm>
          <a:prstGeom prst="straightConnector1">
            <a:avLst/>
          </a:prstGeom>
          <a:noFill/>
          <a:ln cap="flat" cmpd="sng" w="19050">
            <a:solidFill>
              <a:schemeClr val="dk2"/>
            </a:solidFill>
            <a:prstDash val="solid"/>
            <a:round/>
            <a:headEnd len="med" w="med" type="none"/>
            <a:tailEnd len="med" w="med" type="none"/>
          </a:ln>
        </p:spPr>
      </p:cxnSp>
      <p:sp>
        <p:nvSpPr>
          <p:cNvPr id="152" name="Google Shape;152;p16"/>
          <p:cNvSpPr/>
          <p:nvPr/>
        </p:nvSpPr>
        <p:spPr>
          <a:xfrm>
            <a:off x="424325" y="167225"/>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6"/>
          <p:cNvSpPr/>
          <p:nvPr/>
        </p:nvSpPr>
        <p:spPr>
          <a:xfrm>
            <a:off x="8552575" y="4809188"/>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_1_1">
    <p:spTree>
      <p:nvGrpSpPr>
        <p:cNvPr id="154" name="Shape 154"/>
        <p:cNvGrpSpPr/>
        <p:nvPr/>
      </p:nvGrpSpPr>
      <p:grpSpPr>
        <a:xfrm>
          <a:off x="0" y="0"/>
          <a:ext cx="0" cy="0"/>
          <a:chOff x="0" y="0"/>
          <a:chExt cx="0" cy="0"/>
        </a:xfrm>
      </p:grpSpPr>
      <p:cxnSp>
        <p:nvCxnSpPr>
          <p:cNvPr id="155" name="Google Shape;155;p17"/>
          <p:cNvCxnSpPr/>
          <p:nvPr/>
        </p:nvCxnSpPr>
        <p:spPr>
          <a:xfrm>
            <a:off x="704550" y="250763"/>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156" name="Google Shape;156;p17"/>
          <p:cNvCxnSpPr/>
          <p:nvPr/>
        </p:nvCxnSpPr>
        <p:spPr>
          <a:xfrm>
            <a:off x="704550" y="4892738"/>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157" name="Google Shape;157;p17"/>
          <p:cNvCxnSpPr/>
          <p:nvPr/>
        </p:nvCxnSpPr>
        <p:spPr>
          <a:xfrm flipH="1" rot="10800000">
            <a:off x="7003418" y="4719950"/>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cxnSp>
        <p:nvCxnSpPr>
          <p:cNvPr id="158" name="Google Shape;158;p17"/>
          <p:cNvCxnSpPr/>
          <p:nvPr/>
        </p:nvCxnSpPr>
        <p:spPr>
          <a:xfrm flipH="1" rot="10800000">
            <a:off x="704543" y="77975"/>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sp>
        <p:nvSpPr>
          <p:cNvPr id="159" name="Google Shape;159;p17"/>
          <p:cNvSpPr/>
          <p:nvPr/>
        </p:nvSpPr>
        <p:spPr>
          <a:xfrm>
            <a:off x="8552575" y="193325"/>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7"/>
          <p:cNvSpPr/>
          <p:nvPr/>
        </p:nvSpPr>
        <p:spPr>
          <a:xfrm>
            <a:off x="8552575" y="4636363"/>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7"/>
          <p:cNvSpPr/>
          <p:nvPr/>
        </p:nvSpPr>
        <p:spPr>
          <a:xfrm>
            <a:off x="424325" y="334325"/>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7"/>
          <p:cNvSpPr/>
          <p:nvPr/>
        </p:nvSpPr>
        <p:spPr>
          <a:xfrm>
            <a:off x="476525" y="4835300"/>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4" name="Google Shape;164;p17"/>
          <p:cNvSpPr txBox="1"/>
          <p:nvPr>
            <p:ph idx="1" type="subTitle"/>
          </p:nvPr>
        </p:nvSpPr>
        <p:spPr>
          <a:xfrm>
            <a:off x="715100" y="1142125"/>
            <a:ext cx="7704000" cy="1147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Char char="●"/>
              <a:defRPr/>
            </a:lvl1pPr>
            <a:lvl2pPr lvl="1" rtl="0">
              <a:lnSpc>
                <a:spcPct val="100000"/>
              </a:lnSpc>
              <a:spcBef>
                <a:spcPts val="1000"/>
              </a:spcBef>
              <a:spcAft>
                <a:spcPts val="0"/>
              </a:spcAft>
              <a:buSzPts val="1200"/>
              <a:buChar char="○"/>
              <a:defRPr/>
            </a:lvl2pPr>
            <a:lvl3pPr lvl="2" rtl="0">
              <a:lnSpc>
                <a:spcPct val="100000"/>
              </a:lnSpc>
              <a:spcBef>
                <a:spcPts val="0"/>
              </a:spcBef>
              <a:spcAft>
                <a:spcPts val="0"/>
              </a:spcAft>
              <a:buSzPts val="1200"/>
              <a:buChar char="■"/>
              <a:defRPr/>
            </a:lvl3pPr>
            <a:lvl4pPr lvl="3" rtl="0">
              <a:lnSpc>
                <a:spcPct val="100000"/>
              </a:lnSpc>
              <a:spcBef>
                <a:spcPts val="0"/>
              </a:spcBef>
              <a:spcAft>
                <a:spcPts val="0"/>
              </a:spcAft>
              <a:buSzPts val="1200"/>
              <a:buChar char="●"/>
              <a:defRPr/>
            </a:lvl4pPr>
            <a:lvl5pPr lvl="4" rtl="0">
              <a:lnSpc>
                <a:spcPct val="100000"/>
              </a:lnSpc>
              <a:spcBef>
                <a:spcPts val="0"/>
              </a:spcBef>
              <a:spcAft>
                <a:spcPts val="0"/>
              </a:spcAft>
              <a:buSzPts val="1200"/>
              <a:buChar char="○"/>
              <a:defRPr/>
            </a:lvl5pPr>
            <a:lvl6pPr lvl="5" rtl="0">
              <a:lnSpc>
                <a:spcPct val="100000"/>
              </a:lnSpc>
              <a:spcBef>
                <a:spcPts val="0"/>
              </a:spcBef>
              <a:spcAft>
                <a:spcPts val="0"/>
              </a:spcAft>
              <a:buSzPts val="1200"/>
              <a:buChar char="■"/>
              <a:defRPr/>
            </a:lvl6pPr>
            <a:lvl7pPr lvl="6" rtl="0">
              <a:lnSpc>
                <a:spcPct val="100000"/>
              </a:lnSpc>
              <a:spcBef>
                <a:spcPts val="0"/>
              </a:spcBef>
              <a:spcAft>
                <a:spcPts val="0"/>
              </a:spcAft>
              <a:buSzPts val="1200"/>
              <a:buChar char="●"/>
              <a:defRPr/>
            </a:lvl7pPr>
            <a:lvl8pPr lvl="7" rtl="0">
              <a:lnSpc>
                <a:spcPct val="100000"/>
              </a:lnSpc>
              <a:spcBef>
                <a:spcPts val="0"/>
              </a:spcBef>
              <a:spcAft>
                <a:spcPts val="0"/>
              </a:spcAft>
              <a:buSzPts val="1200"/>
              <a:buChar char="○"/>
              <a:defRPr/>
            </a:lvl8pPr>
            <a:lvl9pPr lvl="8" rtl="0">
              <a:lnSpc>
                <a:spcPct val="100000"/>
              </a:lnSpc>
              <a:spcBef>
                <a:spcPts val="0"/>
              </a:spcBef>
              <a:spcAft>
                <a:spcPts val="0"/>
              </a:spcAft>
              <a:buSzPts val="12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165" name="Shape 165"/>
        <p:cNvGrpSpPr/>
        <p:nvPr/>
      </p:nvGrpSpPr>
      <p:grpSpPr>
        <a:xfrm>
          <a:off x="0" y="0"/>
          <a:ext cx="0" cy="0"/>
          <a:chOff x="0" y="0"/>
          <a:chExt cx="0" cy="0"/>
        </a:xfrm>
      </p:grpSpPr>
      <p:sp>
        <p:nvSpPr>
          <p:cNvPr id="166" name="Google Shape;166;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7" name="Google Shape;167;p18"/>
          <p:cNvSpPr txBox="1"/>
          <p:nvPr>
            <p:ph idx="1" type="subTitle"/>
          </p:nvPr>
        </p:nvSpPr>
        <p:spPr>
          <a:xfrm>
            <a:off x="714975" y="2438250"/>
            <a:ext cx="2180400" cy="4911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i="1" sz="1800">
                <a:solidFill>
                  <a:schemeClr val="dk1"/>
                </a:solidFill>
                <a:latin typeface="Domine"/>
                <a:ea typeface="Domine"/>
                <a:cs typeface="Domine"/>
                <a:sym typeface="Domi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68" name="Google Shape;168;p18"/>
          <p:cNvSpPr txBox="1"/>
          <p:nvPr>
            <p:ph idx="2" type="subTitle"/>
          </p:nvPr>
        </p:nvSpPr>
        <p:spPr>
          <a:xfrm>
            <a:off x="714975" y="2875017"/>
            <a:ext cx="2180400" cy="1129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9" name="Google Shape;169;p18"/>
          <p:cNvSpPr txBox="1"/>
          <p:nvPr>
            <p:ph idx="3" type="subTitle"/>
          </p:nvPr>
        </p:nvSpPr>
        <p:spPr>
          <a:xfrm>
            <a:off x="3481788" y="2875017"/>
            <a:ext cx="2180400" cy="1129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0" name="Google Shape;170;p18"/>
          <p:cNvSpPr txBox="1"/>
          <p:nvPr>
            <p:ph idx="4" type="subTitle"/>
          </p:nvPr>
        </p:nvSpPr>
        <p:spPr>
          <a:xfrm>
            <a:off x="6248626" y="2875017"/>
            <a:ext cx="2180400" cy="1129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1" name="Google Shape;171;p18"/>
          <p:cNvSpPr txBox="1"/>
          <p:nvPr>
            <p:ph idx="5" type="subTitle"/>
          </p:nvPr>
        </p:nvSpPr>
        <p:spPr>
          <a:xfrm>
            <a:off x="3481788" y="2438250"/>
            <a:ext cx="2180400" cy="4911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i="1" sz="1800">
                <a:solidFill>
                  <a:schemeClr val="dk1"/>
                </a:solidFill>
                <a:latin typeface="Domine"/>
                <a:ea typeface="Domine"/>
                <a:cs typeface="Domine"/>
                <a:sym typeface="Domi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72" name="Google Shape;172;p18"/>
          <p:cNvSpPr txBox="1"/>
          <p:nvPr>
            <p:ph idx="6" type="subTitle"/>
          </p:nvPr>
        </p:nvSpPr>
        <p:spPr>
          <a:xfrm>
            <a:off x="6248626" y="2438250"/>
            <a:ext cx="2180400" cy="4911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i="1" sz="1800">
                <a:solidFill>
                  <a:schemeClr val="dk1"/>
                </a:solidFill>
                <a:latin typeface="Domine"/>
                <a:ea typeface="Domine"/>
                <a:cs typeface="Domine"/>
                <a:sym typeface="Domi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cxnSp>
        <p:nvCxnSpPr>
          <p:cNvPr id="173" name="Google Shape;173;p18"/>
          <p:cNvCxnSpPr/>
          <p:nvPr/>
        </p:nvCxnSpPr>
        <p:spPr>
          <a:xfrm>
            <a:off x="704550" y="4892738"/>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174" name="Google Shape;174;p18"/>
          <p:cNvCxnSpPr/>
          <p:nvPr/>
        </p:nvCxnSpPr>
        <p:spPr>
          <a:xfrm flipH="1" rot="10800000">
            <a:off x="704543" y="4719950"/>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sp>
        <p:nvSpPr>
          <p:cNvPr id="175" name="Google Shape;175;p18"/>
          <p:cNvSpPr/>
          <p:nvPr/>
        </p:nvSpPr>
        <p:spPr>
          <a:xfrm>
            <a:off x="476525" y="5004986"/>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6" name="Google Shape;176;p18"/>
          <p:cNvCxnSpPr/>
          <p:nvPr/>
        </p:nvCxnSpPr>
        <p:spPr>
          <a:xfrm>
            <a:off x="704550" y="250763"/>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177" name="Google Shape;177;p18"/>
          <p:cNvCxnSpPr/>
          <p:nvPr/>
        </p:nvCxnSpPr>
        <p:spPr>
          <a:xfrm flipH="1" rot="10800000">
            <a:off x="6985293" y="77975"/>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sp>
        <p:nvSpPr>
          <p:cNvPr id="178" name="Google Shape;178;p18"/>
          <p:cNvSpPr/>
          <p:nvPr/>
        </p:nvSpPr>
        <p:spPr>
          <a:xfrm>
            <a:off x="8552575" y="18251"/>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179" name="Shape 179"/>
        <p:cNvGrpSpPr/>
        <p:nvPr/>
      </p:nvGrpSpPr>
      <p:grpSpPr>
        <a:xfrm>
          <a:off x="0" y="0"/>
          <a:ext cx="0" cy="0"/>
          <a:chOff x="0" y="0"/>
          <a:chExt cx="0" cy="0"/>
        </a:xfrm>
      </p:grpSpPr>
      <p:cxnSp>
        <p:nvCxnSpPr>
          <p:cNvPr id="180" name="Google Shape;180;p19"/>
          <p:cNvCxnSpPr/>
          <p:nvPr/>
        </p:nvCxnSpPr>
        <p:spPr>
          <a:xfrm>
            <a:off x="704550" y="4892738"/>
            <a:ext cx="7734900" cy="0"/>
          </a:xfrm>
          <a:prstGeom prst="straightConnector1">
            <a:avLst/>
          </a:prstGeom>
          <a:noFill/>
          <a:ln cap="flat" cmpd="sng" w="19050">
            <a:solidFill>
              <a:schemeClr val="dk2"/>
            </a:solidFill>
            <a:prstDash val="solid"/>
            <a:round/>
            <a:headEnd len="med" w="med" type="none"/>
            <a:tailEnd len="med" w="med" type="none"/>
          </a:ln>
        </p:spPr>
      </p:cxnSp>
      <p:sp>
        <p:nvSpPr>
          <p:cNvPr id="181" name="Google Shape;181;p19"/>
          <p:cNvSpPr/>
          <p:nvPr/>
        </p:nvSpPr>
        <p:spPr>
          <a:xfrm>
            <a:off x="8526475" y="4783088"/>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3" name="Google Shape;183;p19"/>
          <p:cNvSpPr txBox="1"/>
          <p:nvPr>
            <p:ph idx="1" type="subTitle"/>
          </p:nvPr>
        </p:nvSpPr>
        <p:spPr>
          <a:xfrm>
            <a:off x="1531275" y="1213120"/>
            <a:ext cx="2967000" cy="5259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i="1" sz="1800">
                <a:solidFill>
                  <a:schemeClr val="dk1"/>
                </a:solidFill>
                <a:latin typeface="Domine"/>
                <a:ea typeface="Domine"/>
                <a:cs typeface="Domine"/>
                <a:sym typeface="Domi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84" name="Google Shape;184;p19"/>
          <p:cNvSpPr txBox="1"/>
          <p:nvPr>
            <p:ph idx="2" type="subTitle"/>
          </p:nvPr>
        </p:nvSpPr>
        <p:spPr>
          <a:xfrm>
            <a:off x="1531276" y="1679975"/>
            <a:ext cx="2967000" cy="1027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85" name="Google Shape;185;p19"/>
          <p:cNvSpPr txBox="1"/>
          <p:nvPr>
            <p:ph idx="3" type="subTitle"/>
          </p:nvPr>
        </p:nvSpPr>
        <p:spPr>
          <a:xfrm>
            <a:off x="5457002" y="1679975"/>
            <a:ext cx="2967000" cy="1027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86" name="Google Shape;186;p19"/>
          <p:cNvSpPr txBox="1"/>
          <p:nvPr>
            <p:ph idx="4" type="subTitle"/>
          </p:nvPr>
        </p:nvSpPr>
        <p:spPr>
          <a:xfrm>
            <a:off x="1531276" y="3428300"/>
            <a:ext cx="2967000" cy="1027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87" name="Google Shape;187;p19"/>
          <p:cNvSpPr txBox="1"/>
          <p:nvPr>
            <p:ph idx="5" type="subTitle"/>
          </p:nvPr>
        </p:nvSpPr>
        <p:spPr>
          <a:xfrm>
            <a:off x="5457002" y="3428300"/>
            <a:ext cx="2967000" cy="1027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88" name="Google Shape;188;p19"/>
          <p:cNvSpPr txBox="1"/>
          <p:nvPr>
            <p:ph idx="6" type="subTitle"/>
          </p:nvPr>
        </p:nvSpPr>
        <p:spPr>
          <a:xfrm>
            <a:off x="1531275" y="2961445"/>
            <a:ext cx="2967000" cy="5259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i="1" sz="1800">
                <a:solidFill>
                  <a:schemeClr val="dk1"/>
                </a:solidFill>
                <a:latin typeface="Domine"/>
                <a:ea typeface="Domine"/>
                <a:cs typeface="Domine"/>
                <a:sym typeface="Domi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89" name="Google Shape;189;p19"/>
          <p:cNvSpPr txBox="1"/>
          <p:nvPr>
            <p:ph idx="7" type="subTitle"/>
          </p:nvPr>
        </p:nvSpPr>
        <p:spPr>
          <a:xfrm>
            <a:off x="5457000" y="1213120"/>
            <a:ext cx="2967000" cy="5259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i="1" sz="1800">
                <a:solidFill>
                  <a:schemeClr val="dk1"/>
                </a:solidFill>
                <a:latin typeface="Domine"/>
                <a:ea typeface="Domine"/>
                <a:cs typeface="Domine"/>
                <a:sym typeface="Domi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90" name="Google Shape;190;p19"/>
          <p:cNvSpPr txBox="1"/>
          <p:nvPr>
            <p:ph idx="8" type="subTitle"/>
          </p:nvPr>
        </p:nvSpPr>
        <p:spPr>
          <a:xfrm>
            <a:off x="5457000" y="2961445"/>
            <a:ext cx="2967000" cy="5259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i="1" sz="1800">
                <a:solidFill>
                  <a:schemeClr val="dk1"/>
                </a:solidFill>
                <a:latin typeface="Domine"/>
                <a:ea typeface="Domine"/>
                <a:cs typeface="Domine"/>
                <a:sym typeface="Domi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cxnSp>
        <p:nvCxnSpPr>
          <p:cNvPr id="191" name="Google Shape;191;p19"/>
          <p:cNvCxnSpPr/>
          <p:nvPr/>
        </p:nvCxnSpPr>
        <p:spPr>
          <a:xfrm>
            <a:off x="704550" y="250763"/>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192" name="Google Shape;192;p19"/>
          <p:cNvCxnSpPr/>
          <p:nvPr/>
        </p:nvCxnSpPr>
        <p:spPr>
          <a:xfrm>
            <a:off x="704550" y="4892738"/>
            <a:ext cx="7734900" cy="0"/>
          </a:xfrm>
          <a:prstGeom prst="straightConnector1">
            <a:avLst/>
          </a:prstGeom>
          <a:noFill/>
          <a:ln cap="flat" cmpd="sng" w="19050">
            <a:solidFill>
              <a:schemeClr val="dk2"/>
            </a:solidFill>
            <a:prstDash val="solid"/>
            <a:round/>
            <a:headEnd len="med" w="med" type="none"/>
            <a:tailEnd len="med" w="med" type="none"/>
          </a:ln>
        </p:spPr>
      </p:cxnSp>
      <p:sp>
        <p:nvSpPr>
          <p:cNvPr id="193" name="Google Shape;193;p19"/>
          <p:cNvSpPr/>
          <p:nvPr/>
        </p:nvSpPr>
        <p:spPr>
          <a:xfrm>
            <a:off x="8552575" y="193325"/>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9"/>
          <p:cNvSpPr/>
          <p:nvPr/>
        </p:nvSpPr>
        <p:spPr>
          <a:xfrm>
            <a:off x="476525" y="193325"/>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9"/>
          <p:cNvSpPr/>
          <p:nvPr/>
        </p:nvSpPr>
        <p:spPr>
          <a:xfrm>
            <a:off x="450425" y="4809188"/>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96" name="Shape 196"/>
        <p:cNvGrpSpPr/>
        <p:nvPr/>
      </p:nvGrpSpPr>
      <p:grpSpPr>
        <a:xfrm>
          <a:off x="0" y="0"/>
          <a:ext cx="0" cy="0"/>
          <a:chOff x="0" y="0"/>
          <a:chExt cx="0" cy="0"/>
        </a:xfrm>
      </p:grpSpPr>
      <p:sp>
        <p:nvSpPr>
          <p:cNvPr id="197" name="Google Shape;197;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8" name="Google Shape;198;p20"/>
          <p:cNvSpPr txBox="1"/>
          <p:nvPr>
            <p:ph idx="1" type="subTitle"/>
          </p:nvPr>
        </p:nvSpPr>
        <p:spPr>
          <a:xfrm>
            <a:off x="720000" y="1771478"/>
            <a:ext cx="2459100" cy="1055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9" name="Google Shape;199;p20"/>
          <p:cNvSpPr txBox="1"/>
          <p:nvPr>
            <p:ph idx="2" type="subTitle"/>
          </p:nvPr>
        </p:nvSpPr>
        <p:spPr>
          <a:xfrm>
            <a:off x="3342470" y="1771478"/>
            <a:ext cx="2459100" cy="1055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0" name="Google Shape;200;p20"/>
          <p:cNvSpPr txBox="1"/>
          <p:nvPr>
            <p:ph idx="3" type="subTitle"/>
          </p:nvPr>
        </p:nvSpPr>
        <p:spPr>
          <a:xfrm>
            <a:off x="5964600" y="1771477"/>
            <a:ext cx="2459100" cy="1055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1" name="Google Shape;201;p20"/>
          <p:cNvSpPr txBox="1"/>
          <p:nvPr>
            <p:ph idx="4" type="subTitle"/>
          </p:nvPr>
        </p:nvSpPr>
        <p:spPr>
          <a:xfrm>
            <a:off x="720000" y="3396390"/>
            <a:ext cx="2459100" cy="1055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2" name="Google Shape;202;p20"/>
          <p:cNvSpPr txBox="1"/>
          <p:nvPr>
            <p:ph idx="5" type="subTitle"/>
          </p:nvPr>
        </p:nvSpPr>
        <p:spPr>
          <a:xfrm>
            <a:off x="3342470" y="3396390"/>
            <a:ext cx="2459100" cy="1055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3" name="Google Shape;203;p20"/>
          <p:cNvSpPr txBox="1"/>
          <p:nvPr>
            <p:ph idx="6" type="subTitle"/>
          </p:nvPr>
        </p:nvSpPr>
        <p:spPr>
          <a:xfrm>
            <a:off x="5964600" y="3396388"/>
            <a:ext cx="2454000" cy="1055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4" name="Google Shape;204;p20"/>
          <p:cNvSpPr txBox="1"/>
          <p:nvPr>
            <p:ph idx="7" type="subTitle"/>
          </p:nvPr>
        </p:nvSpPr>
        <p:spPr>
          <a:xfrm>
            <a:off x="720000" y="1289125"/>
            <a:ext cx="2459100" cy="5373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i="1" sz="1800">
                <a:solidFill>
                  <a:schemeClr val="dk1"/>
                </a:solidFill>
                <a:latin typeface="Domine"/>
                <a:ea typeface="Domine"/>
                <a:cs typeface="Domine"/>
                <a:sym typeface="Domi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05" name="Google Shape;205;p20"/>
          <p:cNvSpPr txBox="1"/>
          <p:nvPr>
            <p:ph idx="8" type="subTitle"/>
          </p:nvPr>
        </p:nvSpPr>
        <p:spPr>
          <a:xfrm>
            <a:off x="3342470" y="1289125"/>
            <a:ext cx="2459100" cy="5373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i="1" sz="1800">
                <a:solidFill>
                  <a:schemeClr val="dk1"/>
                </a:solidFill>
                <a:latin typeface="Domine"/>
                <a:ea typeface="Domine"/>
                <a:cs typeface="Domine"/>
                <a:sym typeface="Domi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06" name="Google Shape;206;p20"/>
          <p:cNvSpPr txBox="1"/>
          <p:nvPr>
            <p:ph idx="9" type="subTitle"/>
          </p:nvPr>
        </p:nvSpPr>
        <p:spPr>
          <a:xfrm>
            <a:off x="5964600" y="1289125"/>
            <a:ext cx="2459100" cy="5373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i="1" sz="1800">
                <a:solidFill>
                  <a:schemeClr val="dk1"/>
                </a:solidFill>
                <a:latin typeface="Domine"/>
                <a:ea typeface="Domine"/>
                <a:cs typeface="Domine"/>
                <a:sym typeface="Domi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07" name="Google Shape;207;p20"/>
          <p:cNvSpPr txBox="1"/>
          <p:nvPr>
            <p:ph idx="13" type="subTitle"/>
          </p:nvPr>
        </p:nvSpPr>
        <p:spPr>
          <a:xfrm>
            <a:off x="720000" y="2917532"/>
            <a:ext cx="2459100" cy="5373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i="1" sz="1800">
                <a:solidFill>
                  <a:schemeClr val="dk1"/>
                </a:solidFill>
                <a:latin typeface="Domine"/>
                <a:ea typeface="Domine"/>
                <a:cs typeface="Domine"/>
                <a:sym typeface="Domi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08" name="Google Shape;208;p20"/>
          <p:cNvSpPr txBox="1"/>
          <p:nvPr>
            <p:ph idx="14" type="subTitle"/>
          </p:nvPr>
        </p:nvSpPr>
        <p:spPr>
          <a:xfrm>
            <a:off x="3342470" y="2917532"/>
            <a:ext cx="2459100" cy="5373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i="1" sz="1800">
                <a:solidFill>
                  <a:schemeClr val="dk1"/>
                </a:solidFill>
                <a:latin typeface="Domine"/>
                <a:ea typeface="Domine"/>
                <a:cs typeface="Domine"/>
                <a:sym typeface="Domi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09" name="Google Shape;209;p20"/>
          <p:cNvSpPr txBox="1"/>
          <p:nvPr>
            <p:ph idx="15" type="subTitle"/>
          </p:nvPr>
        </p:nvSpPr>
        <p:spPr>
          <a:xfrm>
            <a:off x="5964600" y="2917525"/>
            <a:ext cx="2459100" cy="5373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i="1" sz="1800">
                <a:solidFill>
                  <a:schemeClr val="dk1"/>
                </a:solidFill>
                <a:latin typeface="Domine"/>
                <a:ea typeface="Domine"/>
                <a:cs typeface="Domine"/>
                <a:sym typeface="Domi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cxnSp>
        <p:nvCxnSpPr>
          <p:cNvPr id="210" name="Google Shape;210;p20"/>
          <p:cNvCxnSpPr/>
          <p:nvPr/>
        </p:nvCxnSpPr>
        <p:spPr>
          <a:xfrm>
            <a:off x="704550" y="250763"/>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211" name="Google Shape;211;p20"/>
          <p:cNvCxnSpPr/>
          <p:nvPr/>
        </p:nvCxnSpPr>
        <p:spPr>
          <a:xfrm>
            <a:off x="704550" y="4892738"/>
            <a:ext cx="7734900" cy="0"/>
          </a:xfrm>
          <a:prstGeom prst="straightConnector1">
            <a:avLst/>
          </a:prstGeom>
          <a:noFill/>
          <a:ln cap="flat" cmpd="sng" w="19050">
            <a:solidFill>
              <a:schemeClr val="dk2"/>
            </a:solidFill>
            <a:prstDash val="solid"/>
            <a:round/>
            <a:headEnd len="med" w="med" type="none"/>
            <a:tailEnd len="med" w="med" type="none"/>
          </a:ln>
        </p:spPr>
      </p:cxnSp>
      <p:sp>
        <p:nvSpPr>
          <p:cNvPr id="212" name="Google Shape;212;p20"/>
          <p:cNvSpPr/>
          <p:nvPr/>
        </p:nvSpPr>
        <p:spPr>
          <a:xfrm>
            <a:off x="8552575" y="193325"/>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0"/>
          <p:cNvSpPr/>
          <p:nvPr/>
        </p:nvSpPr>
        <p:spPr>
          <a:xfrm>
            <a:off x="476525" y="4835300"/>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0"/>
          <p:cNvSpPr/>
          <p:nvPr/>
        </p:nvSpPr>
        <p:spPr>
          <a:xfrm>
            <a:off x="8552575" y="4835300"/>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0"/>
          <p:cNvSpPr/>
          <p:nvPr/>
        </p:nvSpPr>
        <p:spPr>
          <a:xfrm>
            <a:off x="476525" y="193325"/>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6" name="Google Shape;216;p20"/>
          <p:cNvCxnSpPr/>
          <p:nvPr/>
        </p:nvCxnSpPr>
        <p:spPr>
          <a:xfrm flipH="1" rot="10800000">
            <a:off x="704543" y="4719950"/>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cxnSp>
        <p:nvCxnSpPr>
          <p:cNvPr id="217" name="Google Shape;217;p20"/>
          <p:cNvCxnSpPr/>
          <p:nvPr/>
        </p:nvCxnSpPr>
        <p:spPr>
          <a:xfrm rot="10800000">
            <a:off x="6985310" y="4719950"/>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218" name="Shape 218"/>
        <p:cNvGrpSpPr/>
        <p:nvPr/>
      </p:nvGrpSpPr>
      <p:grpSpPr>
        <a:xfrm>
          <a:off x="0" y="0"/>
          <a:ext cx="0" cy="0"/>
          <a:chOff x="0" y="0"/>
          <a:chExt cx="0" cy="0"/>
        </a:xfrm>
      </p:grpSpPr>
      <p:sp>
        <p:nvSpPr>
          <p:cNvPr id="219" name="Google Shape;219;p21"/>
          <p:cNvSpPr txBox="1"/>
          <p:nvPr>
            <p:ph hasCustomPrompt="1" type="title"/>
          </p:nvPr>
        </p:nvSpPr>
        <p:spPr>
          <a:xfrm>
            <a:off x="1564800" y="600575"/>
            <a:ext cx="60144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45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220" name="Google Shape;220;p21"/>
          <p:cNvSpPr txBox="1"/>
          <p:nvPr>
            <p:ph idx="1" type="subTitle"/>
          </p:nvPr>
        </p:nvSpPr>
        <p:spPr>
          <a:xfrm>
            <a:off x="1564800" y="1352318"/>
            <a:ext cx="60144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21" name="Google Shape;221;p21"/>
          <p:cNvSpPr txBox="1"/>
          <p:nvPr>
            <p:ph hasCustomPrompt="1" idx="2" type="title"/>
          </p:nvPr>
        </p:nvSpPr>
        <p:spPr>
          <a:xfrm>
            <a:off x="1564800" y="1973274"/>
            <a:ext cx="60144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45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222" name="Google Shape;222;p21"/>
          <p:cNvSpPr txBox="1"/>
          <p:nvPr>
            <p:ph idx="3" type="subTitle"/>
          </p:nvPr>
        </p:nvSpPr>
        <p:spPr>
          <a:xfrm>
            <a:off x="1564800" y="2725017"/>
            <a:ext cx="60144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23" name="Google Shape;223;p21"/>
          <p:cNvSpPr txBox="1"/>
          <p:nvPr>
            <p:ph hasCustomPrompt="1" idx="4" type="title"/>
          </p:nvPr>
        </p:nvSpPr>
        <p:spPr>
          <a:xfrm>
            <a:off x="1564800" y="3345973"/>
            <a:ext cx="60144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45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224" name="Google Shape;224;p21"/>
          <p:cNvSpPr txBox="1"/>
          <p:nvPr>
            <p:ph idx="5" type="subTitle"/>
          </p:nvPr>
        </p:nvSpPr>
        <p:spPr>
          <a:xfrm>
            <a:off x="1564800" y="4097716"/>
            <a:ext cx="60144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cxnSp>
        <p:nvCxnSpPr>
          <p:cNvPr id="225" name="Google Shape;225;p21"/>
          <p:cNvCxnSpPr/>
          <p:nvPr/>
        </p:nvCxnSpPr>
        <p:spPr>
          <a:xfrm>
            <a:off x="704550" y="4892738"/>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226" name="Google Shape;226;p21"/>
          <p:cNvCxnSpPr/>
          <p:nvPr/>
        </p:nvCxnSpPr>
        <p:spPr>
          <a:xfrm>
            <a:off x="704550" y="250763"/>
            <a:ext cx="7734900" cy="0"/>
          </a:xfrm>
          <a:prstGeom prst="straightConnector1">
            <a:avLst/>
          </a:prstGeom>
          <a:noFill/>
          <a:ln cap="flat" cmpd="sng" w="19050">
            <a:solidFill>
              <a:schemeClr val="dk2"/>
            </a:solidFill>
            <a:prstDash val="solid"/>
            <a:round/>
            <a:headEnd len="med" w="med" type="none"/>
            <a:tailEnd len="med" w="med" type="none"/>
          </a:ln>
        </p:spPr>
      </p:cxnSp>
      <p:sp>
        <p:nvSpPr>
          <p:cNvPr id="227" name="Google Shape;227;p21"/>
          <p:cNvSpPr/>
          <p:nvPr/>
        </p:nvSpPr>
        <p:spPr>
          <a:xfrm>
            <a:off x="424325" y="167225"/>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1"/>
          <p:cNvSpPr/>
          <p:nvPr/>
        </p:nvSpPr>
        <p:spPr>
          <a:xfrm>
            <a:off x="8552575" y="4809188"/>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2_1">
    <p:spTree>
      <p:nvGrpSpPr>
        <p:cNvPr id="229" name="Shape 229"/>
        <p:cNvGrpSpPr/>
        <p:nvPr/>
      </p:nvGrpSpPr>
      <p:grpSpPr>
        <a:xfrm>
          <a:off x="0" y="0"/>
          <a:ext cx="0" cy="0"/>
          <a:chOff x="0" y="0"/>
          <a:chExt cx="0" cy="0"/>
        </a:xfrm>
      </p:grpSpPr>
      <p:sp>
        <p:nvSpPr>
          <p:cNvPr id="230" name="Google Shape;230;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231" name="Google Shape;231;p22"/>
          <p:cNvCxnSpPr/>
          <p:nvPr/>
        </p:nvCxnSpPr>
        <p:spPr>
          <a:xfrm>
            <a:off x="704550" y="4892738"/>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232" name="Google Shape;232;p22"/>
          <p:cNvCxnSpPr/>
          <p:nvPr/>
        </p:nvCxnSpPr>
        <p:spPr>
          <a:xfrm>
            <a:off x="704550" y="250763"/>
            <a:ext cx="7734900" cy="0"/>
          </a:xfrm>
          <a:prstGeom prst="straightConnector1">
            <a:avLst/>
          </a:prstGeom>
          <a:noFill/>
          <a:ln cap="flat" cmpd="sng" w="19050">
            <a:solidFill>
              <a:schemeClr val="dk2"/>
            </a:solidFill>
            <a:prstDash val="solid"/>
            <a:round/>
            <a:headEnd len="med" w="med" type="none"/>
            <a:tailEnd len="med" w="med" type="none"/>
          </a:ln>
        </p:spPr>
      </p:cxnSp>
      <p:sp>
        <p:nvSpPr>
          <p:cNvPr id="233" name="Google Shape;233;p22"/>
          <p:cNvSpPr/>
          <p:nvPr/>
        </p:nvSpPr>
        <p:spPr>
          <a:xfrm>
            <a:off x="424325" y="167225"/>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2"/>
          <p:cNvSpPr/>
          <p:nvPr/>
        </p:nvSpPr>
        <p:spPr>
          <a:xfrm>
            <a:off x="8552575" y="4809188"/>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2_1_1">
    <p:spTree>
      <p:nvGrpSpPr>
        <p:cNvPr id="235" name="Shape 235"/>
        <p:cNvGrpSpPr/>
        <p:nvPr/>
      </p:nvGrpSpPr>
      <p:grpSpPr>
        <a:xfrm>
          <a:off x="0" y="0"/>
          <a:ext cx="0" cy="0"/>
          <a:chOff x="0" y="0"/>
          <a:chExt cx="0" cy="0"/>
        </a:xfrm>
      </p:grpSpPr>
      <p:sp>
        <p:nvSpPr>
          <p:cNvPr id="236" name="Google Shape;236;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237" name="Google Shape;237;p23"/>
          <p:cNvCxnSpPr/>
          <p:nvPr/>
        </p:nvCxnSpPr>
        <p:spPr>
          <a:xfrm rot="10800000">
            <a:off x="704550" y="4892738"/>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238" name="Google Shape;238;p23"/>
          <p:cNvCxnSpPr/>
          <p:nvPr/>
        </p:nvCxnSpPr>
        <p:spPr>
          <a:xfrm rot="10800000">
            <a:off x="6995857" y="4719950"/>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sp>
        <p:nvSpPr>
          <p:cNvPr id="239" name="Google Shape;239;p23"/>
          <p:cNvSpPr/>
          <p:nvPr/>
        </p:nvSpPr>
        <p:spPr>
          <a:xfrm flipH="1">
            <a:off x="8552575" y="5004986"/>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0" name="Google Shape;240;p23"/>
          <p:cNvCxnSpPr/>
          <p:nvPr/>
        </p:nvCxnSpPr>
        <p:spPr>
          <a:xfrm rot="10800000">
            <a:off x="704550" y="250763"/>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241" name="Google Shape;241;p23"/>
          <p:cNvCxnSpPr/>
          <p:nvPr/>
        </p:nvCxnSpPr>
        <p:spPr>
          <a:xfrm rot="10800000">
            <a:off x="715107" y="77975"/>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sp>
        <p:nvSpPr>
          <p:cNvPr id="242" name="Google Shape;242;p23"/>
          <p:cNvSpPr/>
          <p:nvPr/>
        </p:nvSpPr>
        <p:spPr>
          <a:xfrm flipH="1">
            <a:off x="476525" y="18251"/>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2_1_1_1">
    <p:spTree>
      <p:nvGrpSpPr>
        <p:cNvPr id="243" name="Shape 243"/>
        <p:cNvGrpSpPr/>
        <p:nvPr/>
      </p:nvGrpSpPr>
      <p:grpSpPr>
        <a:xfrm>
          <a:off x="0" y="0"/>
          <a:ext cx="0" cy="0"/>
          <a:chOff x="0" y="0"/>
          <a:chExt cx="0" cy="0"/>
        </a:xfrm>
      </p:grpSpPr>
      <p:sp>
        <p:nvSpPr>
          <p:cNvPr id="244" name="Google Shape;244;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245" name="Google Shape;245;p24"/>
          <p:cNvCxnSpPr/>
          <p:nvPr/>
        </p:nvCxnSpPr>
        <p:spPr>
          <a:xfrm>
            <a:off x="704550" y="4892738"/>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246" name="Google Shape;246;p24"/>
          <p:cNvCxnSpPr/>
          <p:nvPr/>
        </p:nvCxnSpPr>
        <p:spPr>
          <a:xfrm flipH="1" rot="10800000">
            <a:off x="704543" y="4719950"/>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sp>
        <p:nvSpPr>
          <p:cNvPr id="247" name="Google Shape;247;p24"/>
          <p:cNvSpPr/>
          <p:nvPr/>
        </p:nvSpPr>
        <p:spPr>
          <a:xfrm>
            <a:off x="476525" y="5004986"/>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8" name="Google Shape;248;p24"/>
          <p:cNvCxnSpPr/>
          <p:nvPr/>
        </p:nvCxnSpPr>
        <p:spPr>
          <a:xfrm>
            <a:off x="704550" y="250763"/>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249" name="Google Shape;249;p24"/>
          <p:cNvCxnSpPr/>
          <p:nvPr/>
        </p:nvCxnSpPr>
        <p:spPr>
          <a:xfrm flipH="1" rot="10800000">
            <a:off x="6985293" y="77975"/>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sp>
        <p:nvSpPr>
          <p:cNvPr id="250" name="Google Shape;250;p24"/>
          <p:cNvSpPr/>
          <p:nvPr/>
        </p:nvSpPr>
        <p:spPr>
          <a:xfrm>
            <a:off x="8552575" y="18251"/>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251" name="Shape 251"/>
        <p:cNvGrpSpPr/>
        <p:nvPr/>
      </p:nvGrpSpPr>
      <p:grpSpPr>
        <a:xfrm>
          <a:off x="0" y="0"/>
          <a:ext cx="0" cy="0"/>
          <a:chOff x="0" y="0"/>
          <a:chExt cx="0" cy="0"/>
        </a:xfrm>
      </p:grpSpPr>
      <p:cxnSp>
        <p:nvCxnSpPr>
          <p:cNvPr id="252" name="Google Shape;252;p25"/>
          <p:cNvCxnSpPr/>
          <p:nvPr/>
        </p:nvCxnSpPr>
        <p:spPr>
          <a:xfrm>
            <a:off x="704550" y="250763"/>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253" name="Google Shape;253;p25"/>
          <p:cNvCxnSpPr/>
          <p:nvPr/>
        </p:nvCxnSpPr>
        <p:spPr>
          <a:xfrm>
            <a:off x="704550" y="4892738"/>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254" name="Google Shape;254;p25"/>
          <p:cNvCxnSpPr/>
          <p:nvPr/>
        </p:nvCxnSpPr>
        <p:spPr>
          <a:xfrm flipH="1" rot="10800000">
            <a:off x="7003418" y="4719950"/>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cxnSp>
        <p:nvCxnSpPr>
          <p:cNvPr id="255" name="Google Shape;255;p25"/>
          <p:cNvCxnSpPr/>
          <p:nvPr/>
        </p:nvCxnSpPr>
        <p:spPr>
          <a:xfrm flipH="1" rot="10800000">
            <a:off x="704543" y="77975"/>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sp>
        <p:nvSpPr>
          <p:cNvPr id="256" name="Google Shape;256;p25"/>
          <p:cNvSpPr/>
          <p:nvPr/>
        </p:nvSpPr>
        <p:spPr>
          <a:xfrm>
            <a:off x="8552575" y="193325"/>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5"/>
          <p:cNvSpPr/>
          <p:nvPr/>
        </p:nvSpPr>
        <p:spPr>
          <a:xfrm>
            <a:off x="8552575" y="4636363"/>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5"/>
          <p:cNvSpPr/>
          <p:nvPr/>
        </p:nvSpPr>
        <p:spPr>
          <a:xfrm>
            <a:off x="424325" y="334325"/>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5"/>
          <p:cNvSpPr/>
          <p:nvPr/>
        </p:nvSpPr>
        <p:spPr>
          <a:xfrm>
            <a:off x="476525" y="4835300"/>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5"/>
          <p:cNvSpPr txBox="1"/>
          <p:nvPr>
            <p:ph type="ctrTitle"/>
          </p:nvPr>
        </p:nvSpPr>
        <p:spPr>
          <a:xfrm>
            <a:off x="1365350" y="535000"/>
            <a:ext cx="5286000" cy="10563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5200"/>
              <a:buNone/>
              <a:defRPr sz="6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61" name="Google Shape;261;p25"/>
          <p:cNvSpPr txBox="1"/>
          <p:nvPr>
            <p:ph idx="1" type="subTitle"/>
          </p:nvPr>
        </p:nvSpPr>
        <p:spPr>
          <a:xfrm>
            <a:off x="1365350" y="1591300"/>
            <a:ext cx="5286000" cy="829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262" name="Google Shape;262;p25"/>
          <p:cNvSpPr txBox="1"/>
          <p:nvPr/>
        </p:nvSpPr>
        <p:spPr>
          <a:xfrm>
            <a:off x="1365450" y="3542500"/>
            <a:ext cx="4379400" cy="615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300"/>
              </a:spcBef>
              <a:spcAft>
                <a:spcPts val="0"/>
              </a:spcAft>
              <a:buNone/>
            </a:pPr>
            <a:r>
              <a:rPr lang="en" sz="1000">
                <a:solidFill>
                  <a:schemeClr val="dk1"/>
                </a:solidFill>
                <a:latin typeface="Albert Sans"/>
                <a:ea typeface="Albert Sans"/>
                <a:cs typeface="Albert Sans"/>
                <a:sym typeface="Albert Sans"/>
              </a:rPr>
              <a:t>CREDITS: This presentation template was created by </a:t>
            </a:r>
            <a:r>
              <a:rPr b="1" lang="en" sz="1000">
                <a:solidFill>
                  <a:schemeClr val="dk1"/>
                </a:solidFill>
                <a:uFill>
                  <a:noFill/>
                </a:uFill>
                <a:latin typeface="Albert Sans"/>
                <a:ea typeface="Albert Sans"/>
                <a:cs typeface="Albert Sans"/>
                <a:sym typeface="Albert Sans"/>
                <a:hlinkClick r:id="rId2">
                  <a:extLst>
                    <a:ext uri="{A12FA001-AC4F-418D-AE19-62706E023703}">
                      <ahyp:hlinkClr val="tx"/>
                    </a:ext>
                  </a:extLst>
                </a:hlinkClick>
              </a:rPr>
              <a:t>Slidesgo</a:t>
            </a:r>
            <a:r>
              <a:rPr b="1" lang="en" sz="1000">
                <a:solidFill>
                  <a:schemeClr val="dk1"/>
                </a:solidFill>
                <a:latin typeface="Albert Sans"/>
                <a:ea typeface="Albert Sans"/>
                <a:cs typeface="Albert Sans"/>
                <a:sym typeface="Albert Sans"/>
              </a:rPr>
              <a:t>,</a:t>
            </a:r>
            <a:r>
              <a:rPr lang="en" sz="1000">
                <a:solidFill>
                  <a:schemeClr val="dk1"/>
                </a:solidFill>
                <a:latin typeface="Albert Sans"/>
                <a:ea typeface="Albert Sans"/>
                <a:cs typeface="Albert Sans"/>
                <a:sym typeface="Albert Sans"/>
              </a:rPr>
              <a:t> and includes icons by </a:t>
            </a:r>
            <a:r>
              <a:rPr b="1" lang="en" sz="1000">
                <a:solidFill>
                  <a:schemeClr val="dk1"/>
                </a:solidFill>
                <a:uFill>
                  <a:noFill/>
                </a:uFill>
                <a:latin typeface="Albert Sans"/>
                <a:ea typeface="Albert Sans"/>
                <a:cs typeface="Albert Sans"/>
                <a:sym typeface="Albert Sans"/>
                <a:hlinkClick r:id="rId3">
                  <a:extLst>
                    <a:ext uri="{A12FA001-AC4F-418D-AE19-62706E023703}">
                      <ahyp:hlinkClr val="tx"/>
                    </a:ext>
                  </a:extLst>
                </a:hlinkClick>
              </a:rPr>
              <a:t>Flaticon</a:t>
            </a:r>
            <a:r>
              <a:rPr lang="en" sz="1000">
                <a:solidFill>
                  <a:schemeClr val="dk1"/>
                </a:solidFill>
                <a:latin typeface="Albert Sans"/>
                <a:ea typeface="Albert Sans"/>
                <a:cs typeface="Albert Sans"/>
                <a:sym typeface="Albert Sans"/>
              </a:rPr>
              <a:t>, and infographics &amp; images by </a:t>
            </a:r>
            <a:r>
              <a:rPr b="1" lang="en" sz="1000">
                <a:solidFill>
                  <a:schemeClr val="dk1"/>
                </a:solidFill>
                <a:uFill>
                  <a:noFill/>
                </a:uFill>
                <a:latin typeface="Albert Sans"/>
                <a:ea typeface="Albert Sans"/>
                <a:cs typeface="Albert Sans"/>
                <a:sym typeface="Albert Sans"/>
                <a:hlinkClick r:id="rId4">
                  <a:extLst>
                    <a:ext uri="{A12FA001-AC4F-418D-AE19-62706E023703}">
                      <ahyp:hlinkClr val="tx"/>
                    </a:ext>
                  </a:extLst>
                </a:hlinkClick>
              </a:rPr>
              <a:t>Freepik</a:t>
            </a:r>
            <a:endParaRPr b="1" sz="1000">
              <a:solidFill>
                <a:schemeClr val="dk1"/>
              </a:solidFill>
              <a:latin typeface="Albert Sans"/>
              <a:ea typeface="Albert Sans"/>
              <a:cs typeface="Albert Sans"/>
              <a:sym typeface="Albert San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263" name="Shape 263"/>
        <p:cNvGrpSpPr/>
        <p:nvPr/>
      </p:nvGrpSpPr>
      <p:grpSpPr>
        <a:xfrm>
          <a:off x="0" y="0"/>
          <a:ext cx="0" cy="0"/>
          <a:chOff x="0" y="0"/>
          <a:chExt cx="0" cy="0"/>
        </a:xfrm>
      </p:grpSpPr>
      <p:cxnSp>
        <p:nvCxnSpPr>
          <p:cNvPr id="264" name="Google Shape;264;p26"/>
          <p:cNvCxnSpPr/>
          <p:nvPr/>
        </p:nvCxnSpPr>
        <p:spPr>
          <a:xfrm>
            <a:off x="704550" y="250763"/>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265" name="Google Shape;265;p26"/>
          <p:cNvCxnSpPr/>
          <p:nvPr/>
        </p:nvCxnSpPr>
        <p:spPr>
          <a:xfrm>
            <a:off x="704550" y="4892738"/>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266" name="Google Shape;266;p26"/>
          <p:cNvCxnSpPr/>
          <p:nvPr/>
        </p:nvCxnSpPr>
        <p:spPr>
          <a:xfrm flipH="1" rot="10800000">
            <a:off x="7003418" y="4719950"/>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cxnSp>
        <p:nvCxnSpPr>
          <p:cNvPr id="267" name="Google Shape;267;p26"/>
          <p:cNvCxnSpPr/>
          <p:nvPr/>
        </p:nvCxnSpPr>
        <p:spPr>
          <a:xfrm flipH="1" rot="10800000">
            <a:off x="704543" y="77975"/>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sp>
        <p:nvSpPr>
          <p:cNvPr id="268" name="Google Shape;268;p26"/>
          <p:cNvSpPr/>
          <p:nvPr/>
        </p:nvSpPr>
        <p:spPr>
          <a:xfrm>
            <a:off x="8552575" y="4636363"/>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6"/>
          <p:cNvSpPr/>
          <p:nvPr/>
        </p:nvSpPr>
        <p:spPr>
          <a:xfrm>
            <a:off x="424325" y="334325"/>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0" name="Google Shape;270;p26"/>
          <p:cNvCxnSpPr/>
          <p:nvPr/>
        </p:nvCxnSpPr>
        <p:spPr>
          <a:xfrm rot="10800000">
            <a:off x="7003425" y="77975"/>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sp>
        <p:nvSpPr>
          <p:cNvPr id="271" name="Google Shape;271;p26"/>
          <p:cNvSpPr/>
          <p:nvPr/>
        </p:nvSpPr>
        <p:spPr>
          <a:xfrm flipH="1">
            <a:off x="8560143" y="334325"/>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2" name="Google Shape;272;p26"/>
          <p:cNvCxnSpPr/>
          <p:nvPr/>
        </p:nvCxnSpPr>
        <p:spPr>
          <a:xfrm rot="10800000">
            <a:off x="696975" y="4761738"/>
            <a:ext cx="1443600" cy="345600"/>
          </a:xfrm>
          <a:prstGeom prst="curvedConnector3">
            <a:avLst>
              <a:gd fmla="val 50000" name="adj1"/>
            </a:avLst>
          </a:prstGeom>
          <a:noFill/>
          <a:ln cap="flat" cmpd="sng" w="19050">
            <a:solidFill>
              <a:schemeClr val="dk2"/>
            </a:solidFill>
            <a:prstDash val="solid"/>
            <a:round/>
            <a:headEnd len="med" w="med" type="none"/>
            <a:tailEnd len="med" w="med" type="none"/>
          </a:ln>
        </p:spPr>
      </p:cxnSp>
      <p:sp>
        <p:nvSpPr>
          <p:cNvPr id="273" name="Google Shape;273;p26"/>
          <p:cNvSpPr/>
          <p:nvPr/>
        </p:nvSpPr>
        <p:spPr>
          <a:xfrm flipH="1">
            <a:off x="424318" y="4678150"/>
            <a:ext cx="167100" cy="1671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3">
    <p:spTree>
      <p:nvGrpSpPr>
        <p:cNvPr id="274" name="Shape 274"/>
        <p:cNvGrpSpPr/>
        <p:nvPr/>
      </p:nvGrpSpPr>
      <p:grpSpPr>
        <a:xfrm>
          <a:off x="0" y="0"/>
          <a:ext cx="0" cy="0"/>
          <a:chOff x="0" y="0"/>
          <a:chExt cx="0" cy="0"/>
        </a:xfrm>
      </p:grpSpPr>
      <p:cxnSp>
        <p:nvCxnSpPr>
          <p:cNvPr id="275" name="Google Shape;275;p27"/>
          <p:cNvCxnSpPr/>
          <p:nvPr/>
        </p:nvCxnSpPr>
        <p:spPr>
          <a:xfrm>
            <a:off x="704550" y="250763"/>
            <a:ext cx="7734900" cy="0"/>
          </a:xfrm>
          <a:prstGeom prst="straightConnector1">
            <a:avLst/>
          </a:prstGeom>
          <a:noFill/>
          <a:ln cap="flat" cmpd="sng" w="19050">
            <a:solidFill>
              <a:schemeClr val="dk2"/>
            </a:solidFill>
            <a:prstDash val="solid"/>
            <a:round/>
            <a:headEnd len="med" w="med" type="none"/>
            <a:tailEnd len="med" w="med" type="none"/>
          </a:ln>
        </p:spPr>
      </p:cxnSp>
      <p:cxnSp>
        <p:nvCxnSpPr>
          <p:cNvPr id="276" name="Google Shape;276;p27"/>
          <p:cNvCxnSpPr/>
          <p:nvPr/>
        </p:nvCxnSpPr>
        <p:spPr>
          <a:xfrm>
            <a:off x="704550" y="4892738"/>
            <a:ext cx="7734900" cy="0"/>
          </a:xfrm>
          <a:prstGeom prst="straightConnector1">
            <a:avLst/>
          </a:prstGeom>
          <a:noFill/>
          <a:ln cap="flat" cmpd="sng" w="19050">
            <a:solidFill>
              <a:schemeClr val="dk2"/>
            </a:solidFill>
            <a:prstDash val="solid"/>
            <a:round/>
            <a:headEnd len="med" w="med" type="none"/>
            <a:tailEnd len="med" w="med" type="none"/>
          </a:ln>
        </p:spPr>
      </p:cxnSp>
      <p:sp>
        <p:nvSpPr>
          <p:cNvPr id="277" name="Google Shape;277;p27"/>
          <p:cNvSpPr/>
          <p:nvPr/>
        </p:nvSpPr>
        <p:spPr>
          <a:xfrm>
            <a:off x="8552575" y="193325"/>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7"/>
          <p:cNvSpPr/>
          <p:nvPr/>
        </p:nvSpPr>
        <p:spPr>
          <a:xfrm>
            <a:off x="476525" y="4835300"/>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7"/>
          <p:cNvSpPr/>
          <p:nvPr/>
        </p:nvSpPr>
        <p:spPr>
          <a:xfrm>
            <a:off x="8552575" y="4835300"/>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7"/>
          <p:cNvSpPr/>
          <p:nvPr/>
        </p:nvSpPr>
        <p:spPr>
          <a:xfrm>
            <a:off x="476525" y="193325"/>
            <a:ext cx="114900" cy="1149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84" name="Shape 284"/>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285" name="Shape 285"/>
        <p:cNvGrpSpPr/>
        <p:nvPr/>
      </p:nvGrpSpPr>
      <p:grpSpPr>
        <a:xfrm>
          <a:off x="0" y="0"/>
          <a:ext cx="0" cy="0"/>
          <a:chOff x="0" y="0"/>
          <a:chExt cx="0" cy="0"/>
        </a:xfrm>
      </p:grpSpPr>
      <p:sp>
        <p:nvSpPr>
          <p:cNvPr id="286" name="Google Shape;286;p30"/>
          <p:cNvSpPr txBox="1"/>
          <p:nvPr>
            <p:ph type="title"/>
          </p:nvPr>
        </p:nvSpPr>
        <p:spPr>
          <a:xfrm>
            <a:off x="716775" y="510900"/>
            <a:ext cx="77106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7"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5100" y="445025"/>
            <a:ext cx="77139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Font typeface="Domine"/>
              <a:buNone/>
              <a:defRPr sz="2800">
                <a:solidFill>
                  <a:schemeClr val="dk1"/>
                </a:solidFill>
                <a:latin typeface="Domine"/>
                <a:ea typeface="Domine"/>
                <a:cs typeface="Domine"/>
                <a:sym typeface="Domine"/>
              </a:defRPr>
            </a:lvl1pPr>
            <a:lvl2pPr lvl="1" rtl="0">
              <a:spcBef>
                <a:spcPts val="0"/>
              </a:spcBef>
              <a:spcAft>
                <a:spcPts val="0"/>
              </a:spcAft>
              <a:buClr>
                <a:schemeClr val="dk1"/>
              </a:buClr>
              <a:buSzPts val="2800"/>
              <a:buFont typeface="Domine"/>
              <a:buNone/>
              <a:defRPr sz="2800">
                <a:solidFill>
                  <a:schemeClr val="dk1"/>
                </a:solidFill>
                <a:latin typeface="Domine"/>
                <a:ea typeface="Domine"/>
                <a:cs typeface="Domine"/>
                <a:sym typeface="Domine"/>
              </a:defRPr>
            </a:lvl2pPr>
            <a:lvl3pPr lvl="2" rtl="0">
              <a:spcBef>
                <a:spcPts val="0"/>
              </a:spcBef>
              <a:spcAft>
                <a:spcPts val="0"/>
              </a:spcAft>
              <a:buClr>
                <a:schemeClr val="dk1"/>
              </a:buClr>
              <a:buSzPts val="2800"/>
              <a:buFont typeface="Domine"/>
              <a:buNone/>
              <a:defRPr sz="2800">
                <a:solidFill>
                  <a:schemeClr val="dk1"/>
                </a:solidFill>
                <a:latin typeface="Domine"/>
                <a:ea typeface="Domine"/>
                <a:cs typeface="Domine"/>
                <a:sym typeface="Domine"/>
              </a:defRPr>
            </a:lvl3pPr>
            <a:lvl4pPr lvl="3" rtl="0">
              <a:spcBef>
                <a:spcPts val="0"/>
              </a:spcBef>
              <a:spcAft>
                <a:spcPts val="0"/>
              </a:spcAft>
              <a:buClr>
                <a:schemeClr val="dk1"/>
              </a:buClr>
              <a:buSzPts val="2800"/>
              <a:buFont typeface="Domine"/>
              <a:buNone/>
              <a:defRPr sz="2800">
                <a:solidFill>
                  <a:schemeClr val="dk1"/>
                </a:solidFill>
                <a:latin typeface="Domine"/>
                <a:ea typeface="Domine"/>
                <a:cs typeface="Domine"/>
                <a:sym typeface="Domine"/>
              </a:defRPr>
            </a:lvl4pPr>
            <a:lvl5pPr lvl="4" rtl="0">
              <a:spcBef>
                <a:spcPts val="0"/>
              </a:spcBef>
              <a:spcAft>
                <a:spcPts val="0"/>
              </a:spcAft>
              <a:buClr>
                <a:schemeClr val="dk1"/>
              </a:buClr>
              <a:buSzPts val="2800"/>
              <a:buFont typeface="Domine"/>
              <a:buNone/>
              <a:defRPr sz="2800">
                <a:solidFill>
                  <a:schemeClr val="dk1"/>
                </a:solidFill>
                <a:latin typeface="Domine"/>
                <a:ea typeface="Domine"/>
                <a:cs typeface="Domine"/>
                <a:sym typeface="Domine"/>
              </a:defRPr>
            </a:lvl5pPr>
            <a:lvl6pPr lvl="5" rtl="0">
              <a:spcBef>
                <a:spcPts val="0"/>
              </a:spcBef>
              <a:spcAft>
                <a:spcPts val="0"/>
              </a:spcAft>
              <a:buClr>
                <a:schemeClr val="dk1"/>
              </a:buClr>
              <a:buSzPts val="2800"/>
              <a:buFont typeface="Domine"/>
              <a:buNone/>
              <a:defRPr sz="2800">
                <a:solidFill>
                  <a:schemeClr val="dk1"/>
                </a:solidFill>
                <a:latin typeface="Domine"/>
                <a:ea typeface="Domine"/>
                <a:cs typeface="Domine"/>
                <a:sym typeface="Domine"/>
              </a:defRPr>
            </a:lvl6pPr>
            <a:lvl7pPr lvl="6" rtl="0">
              <a:spcBef>
                <a:spcPts val="0"/>
              </a:spcBef>
              <a:spcAft>
                <a:spcPts val="0"/>
              </a:spcAft>
              <a:buClr>
                <a:schemeClr val="dk1"/>
              </a:buClr>
              <a:buSzPts val="2800"/>
              <a:buFont typeface="Domine"/>
              <a:buNone/>
              <a:defRPr sz="2800">
                <a:solidFill>
                  <a:schemeClr val="dk1"/>
                </a:solidFill>
                <a:latin typeface="Domine"/>
                <a:ea typeface="Domine"/>
                <a:cs typeface="Domine"/>
                <a:sym typeface="Domine"/>
              </a:defRPr>
            </a:lvl7pPr>
            <a:lvl8pPr lvl="7" rtl="0">
              <a:spcBef>
                <a:spcPts val="0"/>
              </a:spcBef>
              <a:spcAft>
                <a:spcPts val="0"/>
              </a:spcAft>
              <a:buClr>
                <a:schemeClr val="dk1"/>
              </a:buClr>
              <a:buSzPts val="2800"/>
              <a:buFont typeface="Domine"/>
              <a:buNone/>
              <a:defRPr sz="2800">
                <a:solidFill>
                  <a:schemeClr val="dk1"/>
                </a:solidFill>
                <a:latin typeface="Domine"/>
                <a:ea typeface="Domine"/>
                <a:cs typeface="Domine"/>
                <a:sym typeface="Domine"/>
              </a:defRPr>
            </a:lvl8pPr>
            <a:lvl9pPr lvl="8" rtl="0">
              <a:spcBef>
                <a:spcPts val="0"/>
              </a:spcBef>
              <a:spcAft>
                <a:spcPts val="0"/>
              </a:spcAft>
              <a:buClr>
                <a:schemeClr val="dk1"/>
              </a:buClr>
              <a:buSzPts val="2800"/>
              <a:buFont typeface="Domine"/>
              <a:buNone/>
              <a:defRPr sz="2800">
                <a:solidFill>
                  <a:schemeClr val="dk1"/>
                </a:solidFill>
                <a:latin typeface="Domine"/>
                <a:ea typeface="Domine"/>
                <a:cs typeface="Domine"/>
                <a:sym typeface="Domine"/>
              </a:defRPr>
            </a:lvl9pPr>
          </a:lstStyle>
          <a:p/>
        </p:txBody>
      </p:sp>
      <p:sp>
        <p:nvSpPr>
          <p:cNvPr id="7" name="Google Shape;7;p1"/>
          <p:cNvSpPr txBox="1"/>
          <p:nvPr>
            <p:ph idx="1" type="body"/>
          </p:nvPr>
        </p:nvSpPr>
        <p:spPr>
          <a:xfrm>
            <a:off x="715100" y="1152475"/>
            <a:ext cx="77139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indent="-304800" lvl="1" marL="9144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indent="-304800" lvl="2" marL="13716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indent="-304800" lvl="3" marL="1828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indent="-304800" lvl="4" marL="22860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indent="-304800" lvl="5" marL="27432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indent="-304800" lvl="6" marL="32004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indent="-304800" lvl="7" marL="36576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indent="-304800" lvl="8" marL="411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281" name="Shape 281"/>
        <p:cNvGrpSpPr/>
        <p:nvPr/>
      </p:nvGrpSpPr>
      <p:grpSpPr>
        <a:xfrm>
          <a:off x="0" y="0"/>
          <a:ext cx="0" cy="0"/>
          <a:chOff x="0" y="0"/>
          <a:chExt cx="0" cy="0"/>
        </a:xfrm>
      </p:grpSpPr>
      <p:sp>
        <p:nvSpPr>
          <p:cNvPr id="282" name="Google Shape;282;p28"/>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None/>
              <a:defRPr sz="2400">
                <a:solidFill>
                  <a:srgbClr val="FFFFFF"/>
                </a:solidFill>
              </a:defRPr>
            </a:lvl1pPr>
            <a:lvl2pPr lvl="1" rtl="0" algn="ctr">
              <a:spcBef>
                <a:spcPts val="0"/>
              </a:spcBef>
              <a:spcAft>
                <a:spcPts val="0"/>
              </a:spcAft>
              <a:buClr>
                <a:srgbClr val="FFFFFF"/>
              </a:buClr>
              <a:buSzPts val="2400"/>
              <a:buNone/>
              <a:defRPr sz="2400">
                <a:solidFill>
                  <a:srgbClr val="FFFFFF"/>
                </a:solidFill>
              </a:defRPr>
            </a:lvl2pPr>
            <a:lvl3pPr lvl="2" rtl="0" algn="ctr">
              <a:spcBef>
                <a:spcPts val="0"/>
              </a:spcBef>
              <a:spcAft>
                <a:spcPts val="0"/>
              </a:spcAft>
              <a:buClr>
                <a:srgbClr val="FFFFFF"/>
              </a:buClr>
              <a:buSzPts val="2400"/>
              <a:buNone/>
              <a:defRPr sz="2400">
                <a:solidFill>
                  <a:srgbClr val="FFFFFF"/>
                </a:solidFill>
              </a:defRPr>
            </a:lvl3pPr>
            <a:lvl4pPr lvl="3" rtl="0" algn="ctr">
              <a:spcBef>
                <a:spcPts val="0"/>
              </a:spcBef>
              <a:spcAft>
                <a:spcPts val="0"/>
              </a:spcAft>
              <a:buClr>
                <a:srgbClr val="FFFFFF"/>
              </a:buClr>
              <a:buSzPts val="2400"/>
              <a:buNone/>
              <a:defRPr sz="2400">
                <a:solidFill>
                  <a:srgbClr val="FFFFFF"/>
                </a:solidFill>
              </a:defRPr>
            </a:lvl4pPr>
            <a:lvl5pPr lvl="4" rtl="0" algn="ctr">
              <a:spcBef>
                <a:spcPts val="0"/>
              </a:spcBef>
              <a:spcAft>
                <a:spcPts val="0"/>
              </a:spcAft>
              <a:buClr>
                <a:srgbClr val="FFFFFF"/>
              </a:buClr>
              <a:buSzPts val="2400"/>
              <a:buNone/>
              <a:defRPr sz="2400">
                <a:solidFill>
                  <a:srgbClr val="FFFFFF"/>
                </a:solidFill>
              </a:defRPr>
            </a:lvl5pPr>
            <a:lvl6pPr lvl="5" rtl="0" algn="ctr">
              <a:spcBef>
                <a:spcPts val="0"/>
              </a:spcBef>
              <a:spcAft>
                <a:spcPts val="0"/>
              </a:spcAft>
              <a:buClr>
                <a:srgbClr val="FFFFFF"/>
              </a:buClr>
              <a:buSzPts val="2400"/>
              <a:buNone/>
              <a:defRPr sz="2400">
                <a:solidFill>
                  <a:srgbClr val="FFFFFF"/>
                </a:solidFill>
              </a:defRPr>
            </a:lvl6pPr>
            <a:lvl7pPr lvl="6" rtl="0" algn="ctr">
              <a:spcBef>
                <a:spcPts val="0"/>
              </a:spcBef>
              <a:spcAft>
                <a:spcPts val="0"/>
              </a:spcAft>
              <a:buClr>
                <a:srgbClr val="FFFFFF"/>
              </a:buClr>
              <a:buSzPts val="2400"/>
              <a:buNone/>
              <a:defRPr sz="2400">
                <a:solidFill>
                  <a:srgbClr val="FFFFFF"/>
                </a:solidFill>
              </a:defRPr>
            </a:lvl7pPr>
            <a:lvl8pPr lvl="7" rtl="0" algn="ctr">
              <a:spcBef>
                <a:spcPts val="0"/>
              </a:spcBef>
              <a:spcAft>
                <a:spcPts val="0"/>
              </a:spcAft>
              <a:buClr>
                <a:srgbClr val="FFFFFF"/>
              </a:buClr>
              <a:buSzPts val="2400"/>
              <a:buNone/>
              <a:defRPr sz="2400">
                <a:solidFill>
                  <a:srgbClr val="FFFFFF"/>
                </a:solidFill>
              </a:defRPr>
            </a:lvl8pPr>
            <a:lvl9pPr lvl="8" rtl="0" algn="ctr">
              <a:spcBef>
                <a:spcPts val="0"/>
              </a:spcBef>
              <a:spcAft>
                <a:spcPts val="0"/>
              </a:spcAft>
              <a:buClr>
                <a:srgbClr val="FFFFFF"/>
              </a:buClr>
              <a:buSzPts val="2400"/>
              <a:buNone/>
              <a:defRPr sz="2400">
                <a:solidFill>
                  <a:srgbClr val="FFFFFF"/>
                </a:solidFill>
              </a:defRPr>
            </a:lvl9pPr>
          </a:lstStyle>
          <a:p/>
        </p:txBody>
      </p:sp>
      <p:sp>
        <p:nvSpPr>
          <p:cNvPr id="283" name="Google Shape;283;p28"/>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4.xml"/><Relationship Id="rId3" Type="http://schemas.openxmlformats.org/officeDocument/2006/relationships/hyperlink" Target="http://bit.ly/2PfT4lq" TargetMode="Externa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1"/>
          <p:cNvSpPr txBox="1"/>
          <p:nvPr>
            <p:ph type="ctrTitle"/>
          </p:nvPr>
        </p:nvSpPr>
        <p:spPr>
          <a:xfrm>
            <a:off x="704550" y="761800"/>
            <a:ext cx="6054300" cy="1862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Using practice exams effectively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Testing yourself &gt; Reading solutions</a:t>
            </a:r>
            <a:endParaRPr sz="2800"/>
          </a:p>
        </p:txBody>
      </p:sp>
      <p:sp>
        <p:nvSpPr>
          <p:cNvPr id="297" name="Google Shape;297;p32"/>
          <p:cNvSpPr txBox="1"/>
          <p:nvPr>
            <p:ph idx="1" type="body"/>
          </p:nvPr>
        </p:nvSpPr>
        <p:spPr>
          <a:xfrm>
            <a:off x="720000" y="1093450"/>
            <a:ext cx="7704000" cy="4746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1800"/>
              <a:t>Testing yourself is more effective for your learning!</a:t>
            </a:r>
            <a:br>
              <a:rPr lang="en" sz="1800"/>
            </a:br>
            <a:endParaRPr sz="1800"/>
          </a:p>
          <a:p>
            <a:pPr indent="-342900" lvl="0" marL="457200" rtl="0" algn="l">
              <a:spcBef>
                <a:spcPts val="0"/>
              </a:spcBef>
              <a:spcAft>
                <a:spcPts val="0"/>
              </a:spcAft>
              <a:buSzPts val="1800"/>
              <a:buChar char="●"/>
            </a:pPr>
            <a:r>
              <a:rPr lang="en" sz="1800"/>
              <a:t>But also...</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study</a:t>
            </a:r>
            <a:endParaRPr/>
          </a:p>
        </p:txBody>
      </p:sp>
      <p:sp>
        <p:nvSpPr>
          <p:cNvPr id="303" name="Google Shape;303;p33"/>
          <p:cNvSpPr txBox="1"/>
          <p:nvPr>
            <p:ph idx="1" type="body"/>
          </p:nvPr>
        </p:nvSpPr>
        <p:spPr>
          <a:xfrm>
            <a:off x="720000" y="1093450"/>
            <a:ext cx="7704000" cy="474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Participants were given a practice test followed by an actual test.</a:t>
            </a:r>
            <a:br>
              <a:rPr lang="en" sz="1800"/>
            </a:br>
            <a:endParaRPr sz="1800"/>
          </a:p>
          <a:p>
            <a:pPr indent="-342900" lvl="0" marL="457200" rtl="0" algn="l">
              <a:spcBef>
                <a:spcPts val="0"/>
              </a:spcBef>
              <a:spcAft>
                <a:spcPts val="0"/>
              </a:spcAft>
              <a:buSzPts val="1800"/>
              <a:buChar char="●"/>
            </a:pPr>
            <a:r>
              <a:rPr lang="en" sz="1800"/>
              <a:t>Half of the participants were permitted to look at the answers to the practice test while they took it.</a:t>
            </a:r>
            <a:br>
              <a:rPr lang="en" sz="1800"/>
            </a:br>
            <a:br>
              <a:rPr lang="en" sz="1800"/>
            </a:b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study</a:t>
            </a:r>
            <a:endParaRPr/>
          </a:p>
        </p:txBody>
      </p:sp>
      <p:sp>
        <p:nvSpPr>
          <p:cNvPr id="309" name="Google Shape;309;p34"/>
          <p:cNvSpPr txBox="1"/>
          <p:nvPr>
            <p:ph idx="1" type="body"/>
          </p:nvPr>
        </p:nvSpPr>
        <p:spPr>
          <a:xfrm>
            <a:off x="720000" y="1093450"/>
            <a:ext cx="7704000" cy="47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br>
              <a:rPr lang="en" sz="1800"/>
            </a:br>
            <a:endParaRPr sz="1800"/>
          </a:p>
        </p:txBody>
      </p:sp>
      <p:pic>
        <p:nvPicPr>
          <p:cNvPr id="310" name="Google Shape;310;p34"/>
          <p:cNvPicPr preferRelativeResize="0"/>
          <p:nvPr/>
        </p:nvPicPr>
        <p:blipFill>
          <a:blip r:embed="rId3">
            <a:alphaModFix/>
          </a:blip>
          <a:stretch>
            <a:fillRect/>
          </a:stretch>
        </p:blipFill>
        <p:spPr>
          <a:xfrm>
            <a:off x="1797813" y="1050900"/>
            <a:ext cx="5548376" cy="3429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study</a:t>
            </a:r>
            <a:endParaRPr/>
          </a:p>
        </p:txBody>
      </p:sp>
      <p:sp>
        <p:nvSpPr>
          <p:cNvPr id="316" name="Google Shape;316;p35"/>
          <p:cNvSpPr txBox="1"/>
          <p:nvPr>
            <p:ph idx="1" type="body"/>
          </p:nvPr>
        </p:nvSpPr>
        <p:spPr>
          <a:xfrm>
            <a:off x="720000" y="1093450"/>
            <a:ext cx="7704000" cy="474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All participants were asked to predict how they’d do on the actual test.</a:t>
            </a:r>
            <a:br>
              <a:rPr lang="en" sz="1800"/>
            </a:br>
            <a:endParaRPr sz="1800"/>
          </a:p>
          <a:p>
            <a:pPr indent="-342900" lvl="0" marL="457200" rtl="0" algn="l">
              <a:spcBef>
                <a:spcPts val="0"/>
              </a:spcBef>
              <a:spcAft>
                <a:spcPts val="0"/>
              </a:spcAft>
              <a:buSzPts val="1800"/>
              <a:buChar char="●"/>
            </a:pPr>
            <a:r>
              <a:rPr lang="en" sz="1800"/>
              <a:t>What do you think the two groups predicted?</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study</a:t>
            </a:r>
            <a:endParaRPr/>
          </a:p>
        </p:txBody>
      </p:sp>
      <p:sp>
        <p:nvSpPr>
          <p:cNvPr id="322" name="Google Shape;322;p36"/>
          <p:cNvSpPr txBox="1"/>
          <p:nvPr>
            <p:ph idx="1" type="body"/>
          </p:nvPr>
        </p:nvSpPr>
        <p:spPr>
          <a:xfrm>
            <a:off x="720000" y="1093450"/>
            <a:ext cx="7704000" cy="47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br>
              <a:rPr lang="en" sz="1800"/>
            </a:br>
            <a:endParaRPr sz="1800"/>
          </a:p>
        </p:txBody>
      </p:sp>
      <p:pic>
        <p:nvPicPr>
          <p:cNvPr id="323" name="Google Shape;323;p36"/>
          <p:cNvPicPr preferRelativeResize="0"/>
          <p:nvPr/>
        </p:nvPicPr>
        <p:blipFill>
          <a:blip r:embed="rId3">
            <a:alphaModFix/>
          </a:blip>
          <a:stretch>
            <a:fillRect/>
          </a:stretch>
        </p:blipFill>
        <p:spPr>
          <a:xfrm>
            <a:off x="2150575" y="1093450"/>
            <a:ext cx="5494374" cy="3396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study</a:t>
            </a:r>
            <a:endParaRPr/>
          </a:p>
        </p:txBody>
      </p:sp>
      <p:sp>
        <p:nvSpPr>
          <p:cNvPr id="329" name="Google Shape;329;p37"/>
          <p:cNvSpPr txBox="1"/>
          <p:nvPr>
            <p:ph idx="1" type="body"/>
          </p:nvPr>
        </p:nvSpPr>
        <p:spPr>
          <a:xfrm>
            <a:off x="720000" y="1093450"/>
            <a:ext cx="7704000" cy="474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But the 2 groups did </a:t>
            </a:r>
            <a:r>
              <a:rPr b="1" lang="en" sz="1800"/>
              <a:t>about the same</a:t>
            </a:r>
            <a:r>
              <a:rPr lang="en" sz="1800"/>
              <a:t> on the actual test. </a:t>
            </a:r>
            <a:br>
              <a:rPr lang="en" sz="1800"/>
            </a:br>
            <a:endParaRPr sz="1800"/>
          </a:p>
          <a:p>
            <a:pPr indent="-342900" lvl="0" marL="457200" rtl="0" algn="l">
              <a:spcBef>
                <a:spcPts val="0"/>
              </a:spcBef>
              <a:spcAft>
                <a:spcPts val="0"/>
              </a:spcAft>
              <a:buSzPts val="1800"/>
              <a:buChar char="●"/>
            </a:pPr>
            <a:r>
              <a:rPr lang="en" sz="1800"/>
              <a:t>So, those with the answers experienced a bigger mismatch between how they thought they would do and how they actually did.</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8"/>
          <p:cNvSpPr txBox="1"/>
          <p:nvPr>
            <p:ph type="title"/>
          </p:nvPr>
        </p:nvSpPr>
        <p:spPr>
          <a:xfrm>
            <a:off x="1388100" y="1307100"/>
            <a:ext cx="6367800" cy="252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Albert Sans"/>
                <a:ea typeface="Albert Sans"/>
                <a:cs typeface="Albert Sans"/>
                <a:sym typeface="Albert Sans"/>
              </a:rPr>
              <a:t>So, looking at solutions while taking a practice exam really isn’t helpful. </a:t>
            </a:r>
            <a:endParaRPr sz="3000">
              <a:latin typeface="Albert Sans"/>
              <a:ea typeface="Albert Sans"/>
              <a:cs typeface="Albert Sans"/>
              <a:sym typeface="Albert Sans"/>
            </a:endParaRPr>
          </a:p>
          <a:p>
            <a:pPr indent="0" lvl="0" marL="0" rtl="0" algn="ctr">
              <a:spcBef>
                <a:spcPts val="0"/>
              </a:spcBef>
              <a:spcAft>
                <a:spcPts val="0"/>
              </a:spcAft>
              <a:buNone/>
            </a:pPr>
            <a:r>
              <a:t/>
            </a:r>
            <a:endParaRPr sz="3000">
              <a:latin typeface="Albert Sans"/>
              <a:ea typeface="Albert Sans"/>
              <a:cs typeface="Albert Sans"/>
              <a:sym typeface="Albert Sans"/>
            </a:endParaRPr>
          </a:p>
          <a:p>
            <a:pPr indent="0" lvl="0" marL="0" rtl="0" algn="ctr">
              <a:spcBef>
                <a:spcPts val="0"/>
              </a:spcBef>
              <a:spcAft>
                <a:spcPts val="0"/>
              </a:spcAft>
              <a:buNone/>
            </a:pPr>
            <a:r>
              <a:rPr lang="en" sz="3000">
                <a:latin typeface="Albert Sans"/>
                <a:ea typeface="Albert Sans"/>
                <a:cs typeface="Albert Sans"/>
                <a:sym typeface="Albert Sans"/>
              </a:rPr>
              <a:t>Our sense of how much we really understand can become inflated.</a:t>
            </a:r>
            <a:endParaRPr sz="3000">
              <a:latin typeface="Albert Sans"/>
              <a:ea typeface="Albert Sans"/>
              <a:cs typeface="Albert Sans"/>
              <a:sym typeface="Albert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9"/>
          <p:cNvSpPr txBox="1"/>
          <p:nvPr>
            <p:ph type="title"/>
          </p:nvPr>
        </p:nvSpPr>
        <p:spPr>
          <a:xfrm>
            <a:off x="1073100" y="1219100"/>
            <a:ext cx="7067700" cy="841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600"/>
              <a:t>What should you do instead if you get stuck on a problem?</a:t>
            </a:r>
            <a:endParaRPr sz="3600"/>
          </a:p>
        </p:txBody>
      </p:sp>
      <p:sp>
        <p:nvSpPr>
          <p:cNvPr id="340" name="Google Shape;340;p39"/>
          <p:cNvSpPr txBox="1"/>
          <p:nvPr>
            <p:ph idx="1" type="subTitle"/>
          </p:nvPr>
        </p:nvSpPr>
        <p:spPr>
          <a:xfrm>
            <a:off x="2276400" y="2723675"/>
            <a:ext cx="4661100" cy="1681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a:t>Take a few minutes to brainstorm.</a:t>
            </a:r>
            <a:endParaRPr sz="3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Things to try</a:t>
            </a:r>
            <a:endParaRPr/>
          </a:p>
        </p:txBody>
      </p:sp>
      <p:sp>
        <p:nvSpPr>
          <p:cNvPr id="346" name="Google Shape;346;p40"/>
          <p:cNvSpPr txBox="1"/>
          <p:nvPr>
            <p:ph idx="1" type="body"/>
          </p:nvPr>
        </p:nvSpPr>
        <p:spPr>
          <a:xfrm>
            <a:off x="720000" y="1093450"/>
            <a:ext cx="7704000" cy="474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sz="1800"/>
              <a:t>Look back at your worksheets, homework, and notes for other problems on the same topic. Using those, can you make progress?</a:t>
            </a:r>
            <a:br>
              <a:rPr lang="en" sz="1800"/>
            </a:br>
            <a:endParaRPr sz="1800"/>
          </a:p>
          <a:p>
            <a:pPr indent="-342900" lvl="0" marL="457200" rtl="0" algn="l">
              <a:spcBef>
                <a:spcPts val="0"/>
              </a:spcBef>
              <a:spcAft>
                <a:spcPts val="0"/>
              </a:spcAft>
              <a:buSzPts val="1800"/>
              <a:buAutoNum type="arabicPeriod"/>
            </a:pPr>
            <a:r>
              <a:rPr lang="en" sz="1800"/>
              <a:t>If not, read the first few sentences of the solution, and then try to solve the rest of the problem on your own. Only turn back to the solutions if you get stuck again.</a:t>
            </a:r>
            <a:br>
              <a:rPr lang="en" sz="1800"/>
            </a:br>
            <a:endParaRPr sz="1800"/>
          </a:p>
          <a:p>
            <a:pPr indent="0" lvl="0" marL="457200" rtl="0" algn="l">
              <a:spcBef>
                <a:spcPts val="0"/>
              </a:spcBef>
              <a:spcAft>
                <a:spcPts val="0"/>
              </a:spcAft>
              <a:buNone/>
            </a:pPr>
            <a:r>
              <a:t/>
            </a:r>
            <a:endParaRPr sz="1800"/>
          </a:p>
          <a:p>
            <a:pPr indent="0" lvl="0" marL="0" rtl="0" algn="l">
              <a:spcBef>
                <a:spcPts val="0"/>
              </a:spcBef>
              <a:spcAft>
                <a:spcPts val="0"/>
              </a:spcAft>
              <a:buNone/>
            </a:pPr>
            <a:r>
              <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need to look at the solution... </a:t>
            </a:r>
            <a:endParaRPr/>
          </a:p>
        </p:txBody>
      </p:sp>
      <p:sp>
        <p:nvSpPr>
          <p:cNvPr id="352" name="Google Shape;352;p41"/>
          <p:cNvSpPr txBox="1"/>
          <p:nvPr>
            <p:ph idx="1" type="body"/>
          </p:nvPr>
        </p:nvSpPr>
        <p:spPr>
          <a:xfrm>
            <a:off x="720000" y="1093450"/>
            <a:ext cx="7704000" cy="474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sz="1800"/>
              <a:t>After you’re done with the problem, spend a few minutes thinking about how you’ll recognize a similar problem in the future.</a:t>
            </a:r>
            <a:br>
              <a:rPr lang="en" sz="1800"/>
            </a:br>
            <a:endParaRPr sz="1800"/>
          </a:p>
          <a:p>
            <a:pPr indent="-342900" lvl="0" marL="457200" rtl="0" algn="l">
              <a:spcBef>
                <a:spcPts val="0"/>
              </a:spcBef>
              <a:spcAft>
                <a:spcPts val="0"/>
              </a:spcAft>
              <a:buSzPts val="1800"/>
              <a:buAutoNum type="arabicPeriod"/>
            </a:pPr>
            <a:r>
              <a:rPr lang="en" sz="1800"/>
              <a:t>Come back in a day or two and try doing the problem without the solution. </a:t>
            </a:r>
            <a:endParaRPr sz="1800"/>
          </a:p>
          <a:p>
            <a:pPr indent="0" lvl="0" marL="457200" rtl="0" algn="l">
              <a:spcBef>
                <a:spcPts val="0"/>
              </a:spcBef>
              <a:spcAft>
                <a:spcPts val="0"/>
              </a:spcAft>
              <a:buNone/>
            </a:pPr>
            <a:r>
              <a:t/>
            </a:r>
            <a:endParaRPr sz="1800"/>
          </a:p>
          <a:p>
            <a:pPr indent="0" lvl="0" marL="0" rtl="0" algn="l">
              <a:spcBef>
                <a:spcPts val="0"/>
              </a:spcBef>
              <a:spcAft>
                <a:spcPts val="0"/>
              </a:spcAft>
              <a:buNone/>
            </a:pPr>
            <a:r>
              <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a practice exam method in practice:</a:t>
            </a:r>
            <a:endParaRPr/>
          </a:p>
        </p:txBody>
      </p:sp>
      <p:sp>
        <p:nvSpPr>
          <p:cNvPr id="358" name="Google Shape;358;p42"/>
          <p:cNvSpPr/>
          <p:nvPr/>
        </p:nvSpPr>
        <p:spPr>
          <a:xfrm>
            <a:off x="1093038" y="1541044"/>
            <a:ext cx="7432800" cy="90600"/>
          </a:xfrm>
          <a:prstGeom prst="rect">
            <a:avLst/>
          </a:prstGeom>
          <a:solidFill>
            <a:srgbClr val="1E1E1E"/>
          </a:solidFill>
          <a:ln cap="flat" cmpd="sng" w="12700">
            <a:solidFill>
              <a:srgbClr val="1E1E1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59" name="Google Shape;359;p42"/>
          <p:cNvSpPr/>
          <p:nvPr/>
        </p:nvSpPr>
        <p:spPr>
          <a:xfrm>
            <a:off x="1091531" y="1702497"/>
            <a:ext cx="7432800" cy="90600"/>
          </a:xfrm>
          <a:prstGeom prst="rect">
            <a:avLst/>
          </a:prstGeom>
          <a:solidFill>
            <a:srgbClr val="1E1E1E"/>
          </a:solidFill>
          <a:ln cap="flat" cmpd="sng" w="12700">
            <a:solidFill>
              <a:srgbClr val="1E1E1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60" name="Google Shape;360;p42"/>
          <p:cNvSpPr txBox="1"/>
          <p:nvPr/>
        </p:nvSpPr>
        <p:spPr>
          <a:xfrm>
            <a:off x="472277" y="1485250"/>
            <a:ext cx="466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800" u="none" cap="none" strike="noStrike">
                <a:solidFill>
                  <a:srgbClr val="1E1E1E"/>
                </a:solidFill>
                <a:latin typeface="Calibri"/>
                <a:ea typeface="Calibri"/>
                <a:cs typeface="Calibri"/>
                <a:sym typeface="Calibri"/>
              </a:rPr>
              <a:t>1.</a:t>
            </a:r>
            <a:endParaRPr/>
          </a:p>
        </p:txBody>
      </p:sp>
      <p:sp>
        <p:nvSpPr>
          <p:cNvPr id="361" name="Google Shape;361;p42"/>
          <p:cNvSpPr txBox="1"/>
          <p:nvPr>
            <p:ph type="title"/>
          </p:nvPr>
        </p:nvSpPr>
        <p:spPr>
          <a:xfrm>
            <a:off x="1236300" y="1017725"/>
            <a:ext cx="5949300" cy="41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Albert Sans"/>
                <a:ea typeface="Albert Sans"/>
                <a:cs typeface="Albert Sans"/>
                <a:sym typeface="Albert Sans"/>
              </a:rPr>
              <a:t>Assume we have a practice exam problem.</a:t>
            </a:r>
            <a:endParaRPr sz="1800">
              <a:latin typeface="Albert Sans"/>
              <a:ea typeface="Albert Sans"/>
              <a:cs typeface="Albert Sans"/>
              <a:sym typeface="Albert Sans"/>
            </a:endParaRPr>
          </a:p>
        </p:txBody>
      </p:sp>
      <p:sp>
        <p:nvSpPr>
          <p:cNvPr id="362" name="Google Shape;362;p42"/>
          <p:cNvSpPr/>
          <p:nvPr/>
        </p:nvSpPr>
        <p:spPr>
          <a:xfrm>
            <a:off x="1236300" y="2230552"/>
            <a:ext cx="7146300" cy="72300"/>
          </a:xfrm>
          <a:prstGeom prst="rect">
            <a:avLst/>
          </a:prstGeom>
          <a:solidFill>
            <a:srgbClr val="BFBFBF"/>
          </a:solid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63" name="Google Shape;363;p42"/>
          <p:cNvSpPr txBox="1"/>
          <p:nvPr>
            <p:ph type="title"/>
          </p:nvPr>
        </p:nvSpPr>
        <p:spPr>
          <a:xfrm>
            <a:off x="1236300" y="1806025"/>
            <a:ext cx="6953100" cy="41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Albert Sans"/>
                <a:ea typeface="Albert Sans"/>
                <a:cs typeface="Albert Sans"/>
                <a:sym typeface="Albert Sans"/>
              </a:rPr>
              <a:t>First, we try to solve it without any help.</a:t>
            </a:r>
            <a:endParaRPr sz="1800">
              <a:latin typeface="Albert Sans"/>
              <a:ea typeface="Albert Sans"/>
              <a:cs typeface="Albert Sans"/>
              <a:sym typeface="Albert Sans"/>
            </a:endParaRPr>
          </a:p>
        </p:txBody>
      </p:sp>
      <p:sp>
        <p:nvSpPr>
          <p:cNvPr id="364" name="Google Shape;364;p42"/>
          <p:cNvSpPr txBox="1"/>
          <p:nvPr>
            <p:ph type="title"/>
          </p:nvPr>
        </p:nvSpPr>
        <p:spPr>
          <a:xfrm>
            <a:off x="1236300" y="2606125"/>
            <a:ext cx="6953100" cy="41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Albert Sans"/>
                <a:ea typeface="Albert Sans"/>
                <a:cs typeface="Albert Sans"/>
                <a:sym typeface="Albert Sans"/>
              </a:rPr>
              <a:t>We get as far as we can, and jot notes, questions, or ideas about where we’re stuck.</a:t>
            </a:r>
            <a:endParaRPr sz="1800">
              <a:latin typeface="Albert Sans"/>
              <a:ea typeface="Albert Sans"/>
              <a:cs typeface="Albert Sans"/>
              <a:sym typeface="Albert Sans"/>
            </a:endParaRPr>
          </a:p>
        </p:txBody>
      </p:sp>
      <p:sp>
        <p:nvSpPr>
          <p:cNvPr id="365" name="Google Shape;365;p42"/>
          <p:cNvSpPr/>
          <p:nvPr/>
        </p:nvSpPr>
        <p:spPr>
          <a:xfrm>
            <a:off x="1236300" y="3830742"/>
            <a:ext cx="7146300" cy="90600"/>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66" name="Google Shape;366;p42"/>
          <p:cNvSpPr txBox="1"/>
          <p:nvPr>
            <p:ph type="title"/>
          </p:nvPr>
        </p:nvSpPr>
        <p:spPr>
          <a:xfrm>
            <a:off x="1236300" y="3157175"/>
            <a:ext cx="6953100" cy="41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Albert Sans"/>
                <a:ea typeface="Albert Sans"/>
                <a:cs typeface="Albert Sans"/>
                <a:sym typeface="Albert Sans"/>
              </a:rPr>
              <a:t>Next, we open resources - worksheets, homework, notes, and try to solve the problem. The notes we wrote are our guide.</a:t>
            </a:r>
            <a:endParaRPr sz="1800">
              <a:latin typeface="Albert Sans"/>
              <a:ea typeface="Albert Sans"/>
              <a:cs typeface="Albert Sans"/>
              <a:sym typeface="Albert Sans"/>
            </a:endParaRPr>
          </a:p>
        </p:txBody>
      </p:sp>
      <p:sp>
        <p:nvSpPr>
          <p:cNvPr id="367" name="Google Shape;367;p42"/>
          <p:cNvSpPr/>
          <p:nvPr/>
        </p:nvSpPr>
        <p:spPr>
          <a:xfrm>
            <a:off x="1234775" y="2389890"/>
            <a:ext cx="7146300" cy="72300"/>
          </a:xfrm>
          <a:prstGeom prst="rect">
            <a:avLst/>
          </a:prstGeom>
          <a:solidFill>
            <a:srgbClr val="BFBFBF"/>
          </a:solid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68" name="Google Shape;368;p42"/>
          <p:cNvSpPr/>
          <p:nvPr/>
        </p:nvSpPr>
        <p:spPr>
          <a:xfrm>
            <a:off x="1234775" y="2549240"/>
            <a:ext cx="7146300" cy="72300"/>
          </a:xfrm>
          <a:prstGeom prst="rect">
            <a:avLst/>
          </a:prstGeom>
          <a:solidFill>
            <a:srgbClr val="BFBFBF"/>
          </a:solid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69" name="Google Shape;369;p42"/>
          <p:cNvSpPr/>
          <p:nvPr/>
        </p:nvSpPr>
        <p:spPr>
          <a:xfrm>
            <a:off x="1236300" y="3972579"/>
            <a:ext cx="7146300" cy="90600"/>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70" name="Google Shape;370;p42"/>
          <p:cNvSpPr txBox="1"/>
          <p:nvPr>
            <p:ph type="title"/>
          </p:nvPr>
        </p:nvSpPr>
        <p:spPr>
          <a:xfrm>
            <a:off x="1236300" y="4063175"/>
            <a:ext cx="7236600" cy="41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Albert Sans"/>
                <a:ea typeface="Albert Sans"/>
                <a:cs typeface="Albert Sans"/>
                <a:sym typeface="Albert Sans"/>
              </a:rPr>
              <a:t>Only after doing this with every problem do we check the solutions.</a:t>
            </a:r>
            <a:endParaRPr sz="1800">
              <a:latin typeface="Albert Sans"/>
              <a:ea typeface="Albert Sans"/>
              <a:cs typeface="Albert Sans"/>
              <a:sym typeface="Albert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a practice exam method in practice:</a:t>
            </a:r>
            <a:endParaRPr/>
          </a:p>
        </p:txBody>
      </p:sp>
      <p:sp>
        <p:nvSpPr>
          <p:cNvPr id="376" name="Google Shape;376;p43"/>
          <p:cNvSpPr/>
          <p:nvPr/>
        </p:nvSpPr>
        <p:spPr>
          <a:xfrm>
            <a:off x="1093038" y="1541044"/>
            <a:ext cx="7432800" cy="90600"/>
          </a:xfrm>
          <a:prstGeom prst="rect">
            <a:avLst/>
          </a:prstGeom>
          <a:solidFill>
            <a:srgbClr val="1E1E1E"/>
          </a:solidFill>
          <a:ln cap="flat" cmpd="sng" w="12700">
            <a:solidFill>
              <a:srgbClr val="1E1E1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77" name="Google Shape;377;p43"/>
          <p:cNvSpPr/>
          <p:nvPr/>
        </p:nvSpPr>
        <p:spPr>
          <a:xfrm>
            <a:off x="1091531" y="1702497"/>
            <a:ext cx="7432800" cy="90600"/>
          </a:xfrm>
          <a:prstGeom prst="rect">
            <a:avLst/>
          </a:prstGeom>
          <a:solidFill>
            <a:srgbClr val="1E1E1E"/>
          </a:solidFill>
          <a:ln cap="flat" cmpd="sng" w="12700">
            <a:solidFill>
              <a:srgbClr val="1E1E1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78" name="Google Shape;378;p43"/>
          <p:cNvSpPr txBox="1"/>
          <p:nvPr/>
        </p:nvSpPr>
        <p:spPr>
          <a:xfrm>
            <a:off x="472277" y="1485250"/>
            <a:ext cx="466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800" u="none" cap="none" strike="noStrike">
                <a:solidFill>
                  <a:srgbClr val="1E1E1E"/>
                </a:solidFill>
                <a:latin typeface="Calibri"/>
                <a:ea typeface="Calibri"/>
                <a:cs typeface="Calibri"/>
                <a:sym typeface="Calibri"/>
              </a:rPr>
              <a:t>1.</a:t>
            </a:r>
            <a:endParaRPr/>
          </a:p>
        </p:txBody>
      </p:sp>
      <p:sp>
        <p:nvSpPr>
          <p:cNvPr id="379" name="Google Shape;379;p43"/>
          <p:cNvSpPr txBox="1"/>
          <p:nvPr>
            <p:ph type="title"/>
          </p:nvPr>
        </p:nvSpPr>
        <p:spPr>
          <a:xfrm>
            <a:off x="1236300" y="1017725"/>
            <a:ext cx="5949300" cy="41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Albert Sans"/>
                <a:ea typeface="Albert Sans"/>
                <a:cs typeface="Albert Sans"/>
                <a:sym typeface="Albert Sans"/>
              </a:rPr>
              <a:t>Assume we have a practice exam problem.</a:t>
            </a:r>
            <a:endParaRPr sz="1800">
              <a:latin typeface="Albert Sans"/>
              <a:ea typeface="Albert Sans"/>
              <a:cs typeface="Albert Sans"/>
              <a:sym typeface="Albert Sans"/>
            </a:endParaRPr>
          </a:p>
        </p:txBody>
      </p:sp>
      <p:sp>
        <p:nvSpPr>
          <p:cNvPr id="380" name="Google Shape;380;p43"/>
          <p:cNvSpPr/>
          <p:nvPr/>
        </p:nvSpPr>
        <p:spPr>
          <a:xfrm>
            <a:off x="1236300" y="1925752"/>
            <a:ext cx="7146300" cy="72300"/>
          </a:xfrm>
          <a:prstGeom prst="rect">
            <a:avLst/>
          </a:prstGeom>
          <a:solidFill>
            <a:srgbClr val="BFBFBF"/>
          </a:solid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81" name="Google Shape;381;p43"/>
          <p:cNvSpPr/>
          <p:nvPr/>
        </p:nvSpPr>
        <p:spPr>
          <a:xfrm>
            <a:off x="1234775" y="2449392"/>
            <a:ext cx="7146300" cy="90600"/>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82" name="Google Shape;382;p43"/>
          <p:cNvSpPr/>
          <p:nvPr/>
        </p:nvSpPr>
        <p:spPr>
          <a:xfrm>
            <a:off x="1234775" y="2085090"/>
            <a:ext cx="7146300" cy="72300"/>
          </a:xfrm>
          <a:prstGeom prst="rect">
            <a:avLst/>
          </a:prstGeom>
          <a:solidFill>
            <a:srgbClr val="BFBFBF"/>
          </a:solid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83" name="Google Shape;383;p43"/>
          <p:cNvSpPr/>
          <p:nvPr/>
        </p:nvSpPr>
        <p:spPr>
          <a:xfrm>
            <a:off x="1234775" y="2244440"/>
            <a:ext cx="7146300" cy="72300"/>
          </a:xfrm>
          <a:prstGeom prst="rect">
            <a:avLst/>
          </a:prstGeom>
          <a:solidFill>
            <a:srgbClr val="BFBFBF"/>
          </a:solid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84" name="Google Shape;384;p43"/>
          <p:cNvSpPr/>
          <p:nvPr/>
        </p:nvSpPr>
        <p:spPr>
          <a:xfrm>
            <a:off x="1234775" y="2591229"/>
            <a:ext cx="7146300" cy="90600"/>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85" name="Google Shape;385;p43"/>
          <p:cNvSpPr txBox="1"/>
          <p:nvPr>
            <p:ph type="title"/>
          </p:nvPr>
        </p:nvSpPr>
        <p:spPr>
          <a:xfrm>
            <a:off x="1234775" y="2768100"/>
            <a:ext cx="7236600" cy="41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Albert Sans"/>
                <a:ea typeface="Albert Sans"/>
                <a:cs typeface="Albert Sans"/>
                <a:sym typeface="Albert Sans"/>
              </a:rPr>
              <a:t>Color-coding in this way helps us see what we can do on our own vs what we can do with aids. </a:t>
            </a:r>
            <a:endParaRPr sz="1800">
              <a:latin typeface="Albert Sans"/>
              <a:ea typeface="Albert Sans"/>
              <a:cs typeface="Albert Sans"/>
              <a:sym typeface="Albert Sans"/>
            </a:endParaRPr>
          </a:p>
          <a:p>
            <a:pPr indent="0" lvl="0" marL="0" rtl="0" algn="l">
              <a:spcBef>
                <a:spcPts val="0"/>
              </a:spcBef>
              <a:spcAft>
                <a:spcPts val="0"/>
              </a:spcAft>
              <a:buNone/>
            </a:pPr>
            <a:r>
              <a:rPr lang="en" sz="1800">
                <a:latin typeface="Albert Sans"/>
                <a:ea typeface="Albert Sans"/>
                <a:cs typeface="Albert Sans"/>
                <a:sym typeface="Albert Sans"/>
              </a:rPr>
              <a:t>We are less likely to misjudge the level of our own understanding.</a:t>
            </a:r>
            <a:endParaRPr sz="1800">
              <a:latin typeface="Albert Sans"/>
              <a:ea typeface="Albert Sans"/>
              <a:cs typeface="Albert Sans"/>
              <a:sym typeface="Albert Sans"/>
            </a:endParaRPr>
          </a:p>
          <a:p>
            <a:pPr indent="0" lvl="0" marL="0" rtl="0" algn="l">
              <a:spcBef>
                <a:spcPts val="0"/>
              </a:spcBef>
              <a:spcAft>
                <a:spcPts val="0"/>
              </a:spcAft>
              <a:buNone/>
            </a:pPr>
            <a:r>
              <a:rPr lang="en" sz="1800">
                <a:latin typeface="Albert Sans"/>
                <a:ea typeface="Albert Sans"/>
                <a:cs typeface="Albert Sans"/>
                <a:sym typeface="Albert Sans"/>
              </a:rPr>
              <a:t>We can focus in on this question:</a:t>
            </a:r>
            <a:endParaRPr sz="1800">
              <a:latin typeface="Albert Sans"/>
              <a:ea typeface="Albert Sans"/>
              <a:cs typeface="Albert Sans"/>
              <a:sym typeface="Albert Sans"/>
            </a:endParaRPr>
          </a:p>
          <a:p>
            <a:pPr indent="0" lvl="0" marL="0" rtl="0" algn="l">
              <a:spcBef>
                <a:spcPts val="0"/>
              </a:spcBef>
              <a:spcAft>
                <a:spcPts val="0"/>
              </a:spcAft>
              <a:buNone/>
            </a:pPr>
            <a:r>
              <a:rPr i="1" lang="en" sz="1800">
                <a:latin typeface="Albert Sans"/>
                <a:ea typeface="Albert Sans"/>
                <a:cs typeface="Albert Sans"/>
                <a:sym typeface="Albert Sans"/>
              </a:rPr>
              <a:t>What piece of information or understanding would’ve allowed me to get from the last “penciled” line in grey to the first blue line?</a:t>
            </a:r>
            <a:endParaRPr i="1" sz="1800">
              <a:latin typeface="Albert Sans"/>
              <a:ea typeface="Albert Sans"/>
              <a:cs typeface="Albert Sans"/>
              <a:sym typeface="Albert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389" name="Shape 389"/>
        <p:cNvGrpSpPr/>
        <p:nvPr/>
      </p:nvGrpSpPr>
      <p:grpSpPr>
        <a:xfrm>
          <a:off x="0" y="0"/>
          <a:ext cx="0" cy="0"/>
          <a:chOff x="0" y="0"/>
          <a:chExt cx="0" cy="0"/>
        </a:xfrm>
      </p:grpSpPr>
      <p:pic>
        <p:nvPicPr>
          <p:cNvPr id="390" name="Google Shape;390;p44">
            <a:hlinkClick r:id="rId3"/>
          </p:cNvPr>
          <p:cNvPicPr preferRelativeResize="0"/>
          <p:nvPr/>
        </p:nvPicPr>
        <p:blipFill>
          <a:blip r:embed="rId4">
            <a:alphaModFix/>
          </a:blip>
          <a:stretch>
            <a:fillRect/>
          </a:stretch>
        </p:blipFill>
        <p:spPr>
          <a:xfrm>
            <a:off x="3451063" y="2123075"/>
            <a:ext cx="2241874" cy="897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legant Minimalist MK Plan by Slidesgo">
  <a:themeElements>
    <a:clrScheme name="Simple Light">
      <a:dk1>
        <a:srgbClr val="3A3A3A"/>
      </a:dk1>
      <a:lt1>
        <a:srgbClr val="E7EBF7"/>
      </a:lt1>
      <a:dk2>
        <a:srgbClr val="5D5959"/>
      </a:dk2>
      <a:lt2>
        <a:srgbClr val="D9DDE8"/>
      </a:lt2>
      <a:accent1>
        <a:srgbClr val="C7CCDA"/>
      </a:accent1>
      <a:accent2>
        <a:srgbClr val="A3ACC6"/>
      </a:accent2>
      <a:accent3>
        <a:srgbClr val="818FB5"/>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