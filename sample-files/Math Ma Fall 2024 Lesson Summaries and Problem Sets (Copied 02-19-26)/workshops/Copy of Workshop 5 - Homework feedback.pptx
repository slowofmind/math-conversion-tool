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  <p:embeddedFont>
      <p:font typeface="Bebas Neue"/>
      <p:regular r:id="rId15"/>
    </p:embeddedFont>
    <p:embeddedFont>
      <p:font typeface="Domine"/>
      <p:regular r:id="rId16"/>
      <p:bold r:id="rId17"/>
    </p:embeddedFont>
    <p:embeddedFont>
      <p:font typeface="Albert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bertSans-italic.fntdata"/><Relationship Id="rId21" Type="http://schemas.openxmlformats.org/officeDocument/2006/relationships/font" Target="fonts/Albert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roximaNova-regular.fntdata"/><Relationship Id="rId10" Type="http://schemas.openxmlformats.org/officeDocument/2006/relationships/slide" Target="slides/slide5.xml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5" Type="http://schemas.openxmlformats.org/officeDocument/2006/relationships/font" Target="fonts/BebasNeue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Domine-bold.fntdata"/><Relationship Id="rId16" Type="http://schemas.openxmlformats.org/officeDocument/2006/relationships/font" Target="fonts/Domine-regular.fntdata"/><Relationship Id="rId19" Type="http://schemas.openxmlformats.org/officeDocument/2006/relationships/font" Target="fonts/AlbertSans-bold.fntdata"/><Relationship Id="rId18" Type="http://schemas.openxmlformats.org/officeDocument/2006/relationships/font" Target="fonts/Albert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8897bf29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8897bf29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897bf29c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8897bf29c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8897bf29c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8897bf29c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8897bf29c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8897bf29c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3e5b6de4b2_0_27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3e5b6de4b2_0_27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04550" y="761800"/>
            <a:ext cx="6054300" cy="186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04550" y="2726026"/>
            <a:ext cx="60543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 flipH="1" rot="10800000">
            <a:off x="7003418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flipH="1" rot="10800000">
            <a:off x="70454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" name="Google Shape;15;p2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552575" y="4636363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24325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1348775" y="2469451"/>
            <a:ext cx="4360200" cy="12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1" name="Google Shape;21;p3"/>
          <p:cNvSpPr txBox="1"/>
          <p:nvPr>
            <p:ph hasCustomPrompt="1" idx="2" type="title"/>
          </p:nvPr>
        </p:nvSpPr>
        <p:spPr>
          <a:xfrm>
            <a:off x="1348775" y="1441645"/>
            <a:ext cx="1089900" cy="102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cxnSp>
        <p:nvCxnSpPr>
          <p:cNvPr id="22" name="Google Shape;22;p3"/>
          <p:cNvCxnSpPr/>
          <p:nvPr/>
        </p:nvCxnSpPr>
        <p:spPr>
          <a:xfrm rot="10800000"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3"/>
          <p:cNvCxnSpPr/>
          <p:nvPr/>
        </p:nvCxnSpPr>
        <p:spPr>
          <a:xfrm rot="10800000"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" name="Google Shape;24;p3"/>
          <p:cNvCxnSpPr/>
          <p:nvPr/>
        </p:nvCxnSpPr>
        <p:spPr>
          <a:xfrm flipH="1" rot="10800000">
            <a:off x="6995857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6995857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" name="Google Shape;26;p3"/>
          <p:cNvSpPr/>
          <p:nvPr/>
        </p:nvSpPr>
        <p:spPr>
          <a:xfrm flipH="1">
            <a:off x="8552575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 flipH="1">
            <a:off x="8552575" y="463637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720000" y="1093450"/>
            <a:ext cx="7704000" cy="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31" name="Google Shape;31;p4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4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" name="Google Shape;33;p4"/>
          <p:cNvSpPr/>
          <p:nvPr/>
        </p:nvSpPr>
        <p:spPr>
          <a:xfrm>
            <a:off x="476525" y="5004986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" name="Google Shape;34;p4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" name="Google Shape;35;p4"/>
          <p:cNvCxnSpPr/>
          <p:nvPr/>
        </p:nvCxnSpPr>
        <p:spPr>
          <a:xfrm flipH="1" rot="10800000">
            <a:off x="698529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" name="Google Shape;36;p4"/>
          <p:cNvSpPr/>
          <p:nvPr/>
        </p:nvSpPr>
        <p:spPr>
          <a:xfrm>
            <a:off x="8552575" y="18251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290775" y="2316676"/>
            <a:ext cx="2907600" cy="61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4945650" y="2316676"/>
            <a:ext cx="2907600" cy="61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1290775" y="2883150"/>
            <a:ext cx="2907600" cy="140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4945650" y="2883150"/>
            <a:ext cx="2907600" cy="140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5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5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" name="Google Shape;45;p5"/>
          <p:cNvSpPr/>
          <p:nvPr/>
        </p:nvSpPr>
        <p:spPr>
          <a:xfrm>
            <a:off x="424325" y="1672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855257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9" name="Google Shape;49;p6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" name="Google Shape;50;p6"/>
          <p:cNvSpPr/>
          <p:nvPr/>
        </p:nvSpPr>
        <p:spPr>
          <a:xfrm>
            <a:off x="8526475" y="47830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" name="Google Shape;51;p6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6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6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45042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7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7"/>
          <p:cNvCxnSpPr/>
          <p:nvPr/>
        </p:nvCxnSpPr>
        <p:spPr>
          <a:xfrm flipH="1" rot="10800000">
            <a:off x="7003418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7"/>
          <p:cNvCxnSpPr/>
          <p:nvPr/>
        </p:nvCxnSpPr>
        <p:spPr>
          <a:xfrm flipH="1" rot="10800000">
            <a:off x="70454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7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 txBox="1"/>
          <p:nvPr>
            <p:ph type="title"/>
          </p:nvPr>
        </p:nvSpPr>
        <p:spPr>
          <a:xfrm>
            <a:off x="869425" y="1464900"/>
            <a:ext cx="32148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" type="body"/>
          </p:nvPr>
        </p:nvSpPr>
        <p:spPr>
          <a:xfrm>
            <a:off x="869425" y="2037600"/>
            <a:ext cx="3214800" cy="1641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65" name="Google Shape;65;p7"/>
          <p:cNvSpPr/>
          <p:nvPr>
            <p:ph idx="2" type="pic"/>
          </p:nvPr>
        </p:nvSpPr>
        <p:spPr>
          <a:xfrm>
            <a:off x="4490050" y="700726"/>
            <a:ext cx="3742800" cy="374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cxnSp>
        <p:nvCxnSpPr>
          <p:cNvPr id="68" name="Google Shape;68;p8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8"/>
          <p:cNvSpPr/>
          <p:nvPr/>
        </p:nvSpPr>
        <p:spPr>
          <a:xfrm>
            <a:off x="8526475" y="47830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8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8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8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45042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78" name="Google Shape;78;p9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9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9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855257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9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9"/>
          <p:cNvCxnSpPr/>
          <p:nvPr/>
        </p:nvCxnSpPr>
        <p:spPr>
          <a:xfrm rot="10800000">
            <a:off x="6985310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720000" y="3859100"/>
            <a:ext cx="7704000" cy="7494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88" name="Google Shape;88;p10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0"/>
          <p:cNvSpPr/>
          <p:nvPr/>
        </p:nvSpPr>
        <p:spPr>
          <a:xfrm>
            <a:off x="8526475" y="47830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0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0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0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0"/>
          <p:cNvSpPr/>
          <p:nvPr/>
        </p:nvSpPr>
        <p:spPr>
          <a:xfrm>
            <a:off x="45042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11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1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1"/>
          <p:cNvCxnSpPr/>
          <p:nvPr/>
        </p:nvCxnSpPr>
        <p:spPr>
          <a:xfrm flipH="1" rot="10800000">
            <a:off x="7003418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1"/>
          <p:cNvCxnSpPr/>
          <p:nvPr/>
        </p:nvCxnSpPr>
        <p:spPr>
          <a:xfrm flipH="1" rot="10800000">
            <a:off x="70454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1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8552575" y="4636363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424325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 txBox="1"/>
          <p:nvPr>
            <p:ph hasCustomPrompt="1" type="title"/>
          </p:nvPr>
        </p:nvSpPr>
        <p:spPr>
          <a:xfrm>
            <a:off x="1284000" y="1533336"/>
            <a:ext cx="6576000" cy="13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5" name="Google Shape;105;p11"/>
          <p:cNvSpPr txBox="1"/>
          <p:nvPr>
            <p:ph idx="1" type="subTitle"/>
          </p:nvPr>
        </p:nvSpPr>
        <p:spPr>
          <a:xfrm>
            <a:off x="1284000" y="2896536"/>
            <a:ext cx="65760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hasCustomPrompt="1" idx="2" type="title"/>
          </p:nvPr>
        </p:nvSpPr>
        <p:spPr>
          <a:xfrm>
            <a:off x="904325" y="1335400"/>
            <a:ext cx="691800" cy="572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/>
          <p:nvPr>
            <p:ph hasCustomPrompt="1" idx="3" type="title"/>
          </p:nvPr>
        </p:nvSpPr>
        <p:spPr>
          <a:xfrm>
            <a:off x="904325" y="3009675"/>
            <a:ext cx="691800" cy="572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/>
          <p:nvPr>
            <p:ph hasCustomPrompt="1" idx="4" type="title"/>
          </p:nvPr>
        </p:nvSpPr>
        <p:spPr>
          <a:xfrm>
            <a:off x="3593025" y="1335400"/>
            <a:ext cx="691800" cy="572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/>
          <p:nvPr>
            <p:ph hasCustomPrompt="1" idx="5" type="title"/>
          </p:nvPr>
        </p:nvSpPr>
        <p:spPr>
          <a:xfrm>
            <a:off x="3593025" y="3013275"/>
            <a:ext cx="6918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/>
          <p:nvPr>
            <p:ph hasCustomPrompt="1" idx="6" type="title"/>
          </p:nvPr>
        </p:nvSpPr>
        <p:spPr>
          <a:xfrm>
            <a:off x="6281725" y="1335400"/>
            <a:ext cx="691800" cy="572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/>
          <p:nvPr>
            <p:ph hasCustomPrompt="1" idx="7" type="title"/>
          </p:nvPr>
        </p:nvSpPr>
        <p:spPr>
          <a:xfrm>
            <a:off x="6281725" y="3009475"/>
            <a:ext cx="691800" cy="572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/>
          <p:nvPr>
            <p:ph idx="1" type="subTitle"/>
          </p:nvPr>
        </p:nvSpPr>
        <p:spPr>
          <a:xfrm>
            <a:off x="904325" y="1806975"/>
            <a:ext cx="19509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i="1" sz="1800"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8" type="subTitle"/>
          </p:nvPr>
        </p:nvSpPr>
        <p:spPr>
          <a:xfrm>
            <a:off x="3593025" y="1806975"/>
            <a:ext cx="19509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i="1" sz="1800"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9" type="subTitle"/>
          </p:nvPr>
        </p:nvSpPr>
        <p:spPr>
          <a:xfrm>
            <a:off x="6281725" y="1806975"/>
            <a:ext cx="19509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i="1" sz="1800"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13" type="subTitle"/>
          </p:nvPr>
        </p:nvSpPr>
        <p:spPr>
          <a:xfrm>
            <a:off x="904325" y="3484896"/>
            <a:ext cx="19509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i="1" sz="1800"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idx="14" type="subTitle"/>
          </p:nvPr>
        </p:nvSpPr>
        <p:spPr>
          <a:xfrm>
            <a:off x="3593025" y="3484896"/>
            <a:ext cx="19509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i="1" sz="1800"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120" name="Google Shape;120;p13"/>
          <p:cNvSpPr txBox="1"/>
          <p:nvPr>
            <p:ph idx="15" type="subTitle"/>
          </p:nvPr>
        </p:nvSpPr>
        <p:spPr>
          <a:xfrm>
            <a:off x="6281725" y="3484896"/>
            <a:ext cx="19509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i="1" sz="1800"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cxnSp>
        <p:nvCxnSpPr>
          <p:cNvPr id="121" name="Google Shape;121;p13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3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3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855257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13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3"/>
          <p:cNvCxnSpPr/>
          <p:nvPr/>
        </p:nvCxnSpPr>
        <p:spPr>
          <a:xfrm rot="10800000">
            <a:off x="6985310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idx="1" type="subTitle"/>
          </p:nvPr>
        </p:nvSpPr>
        <p:spPr>
          <a:xfrm>
            <a:off x="4846900" y="1949000"/>
            <a:ext cx="3582000" cy="25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/>
        </p:txBody>
      </p:sp>
      <p:sp>
        <p:nvSpPr>
          <p:cNvPr id="131" name="Google Shape;131;p14"/>
          <p:cNvSpPr txBox="1"/>
          <p:nvPr>
            <p:ph type="title"/>
          </p:nvPr>
        </p:nvSpPr>
        <p:spPr>
          <a:xfrm>
            <a:off x="4846900" y="669400"/>
            <a:ext cx="3582000" cy="122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32" name="Google Shape;132;p14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4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4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855257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" name="Google Shape;138;p14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4"/>
          <p:cNvCxnSpPr/>
          <p:nvPr/>
        </p:nvCxnSpPr>
        <p:spPr>
          <a:xfrm rot="10800000">
            <a:off x="6985310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idx="1" type="subTitle"/>
          </p:nvPr>
        </p:nvSpPr>
        <p:spPr>
          <a:xfrm>
            <a:off x="715100" y="1879500"/>
            <a:ext cx="3480300" cy="24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B4E5"/>
              </a:buClr>
              <a:buSzPts val="1500"/>
              <a:buFont typeface="Barlow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type="title"/>
          </p:nvPr>
        </p:nvSpPr>
        <p:spPr>
          <a:xfrm>
            <a:off x="715100" y="860000"/>
            <a:ext cx="3001500" cy="10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43" name="Google Shape;143;p15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5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5"/>
          <p:cNvSpPr/>
          <p:nvPr/>
        </p:nvSpPr>
        <p:spPr>
          <a:xfrm>
            <a:off x="424325" y="1672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855257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715100" y="1142125"/>
            <a:ext cx="7704000" cy="32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50" name="Google Shape;150;p16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6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6"/>
          <p:cNvSpPr/>
          <p:nvPr/>
        </p:nvSpPr>
        <p:spPr>
          <a:xfrm>
            <a:off x="424325" y="1672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855257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17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7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7"/>
          <p:cNvCxnSpPr/>
          <p:nvPr/>
        </p:nvCxnSpPr>
        <p:spPr>
          <a:xfrm flipH="1" rot="10800000">
            <a:off x="7003418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7"/>
          <p:cNvCxnSpPr/>
          <p:nvPr/>
        </p:nvCxnSpPr>
        <p:spPr>
          <a:xfrm flipH="1" rot="10800000">
            <a:off x="70454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17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8552575" y="4636363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424325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715100" y="1142125"/>
            <a:ext cx="7704000" cy="11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18"/>
          <p:cNvSpPr txBox="1"/>
          <p:nvPr>
            <p:ph idx="1" type="subTitle"/>
          </p:nvPr>
        </p:nvSpPr>
        <p:spPr>
          <a:xfrm>
            <a:off x="714975" y="2438250"/>
            <a:ext cx="2180400" cy="49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8" name="Google Shape;168;p18"/>
          <p:cNvSpPr txBox="1"/>
          <p:nvPr>
            <p:ph idx="2" type="subTitle"/>
          </p:nvPr>
        </p:nvSpPr>
        <p:spPr>
          <a:xfrm>
            <a:off x="714975" y="2875017"/>
            <a:ext cx="2180400" cy="112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9" name="Google Shape;169;p18"/>
          <p:cNvSpPr txBox="1"/>
          <p:nvPr>
            <p:ph idx="3" type="subTitle"/>
          </p:nvPr>
        </p:nvSpPr>
        <p:spPr>
          <a:xfrm>
            <a:off x="3481788" y="2875017"/>
            <a:ext cx="2180400" cy="112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0" name="Google Shape;170;p18"/>
          <p:cNvSpPr txBox="1"/>
          <p:nvPr>
            <p:ph idx="4" type="subTitle"/>
          </p:nvPr>
        </p:nvSpPr>
        <p:spPr>
          <a:xfrm>
            <a:off x="6248626" y="2875017"/>
            <a:ext cx="2180400" cy="112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18"/>
          <p:cNvSpPr txBox="1"/>
          <p:nvPr>
            <p:ph idx="5" type="subTitle"/>
          </p:nvPr>
        </p:nvSpPr>
        <p:spPr>
          <a:xfrm>
            <a:off x="3481788" y="2438250"/>
            <a:ext cx="2180400" cy="49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6" type="subTitle"/>
          </p:nvPr>
        </p:nvSpPr>
        <p:spPr>
          <a:xfrm>
            <a:off x="6248626" y="2438250"/>
            <a:ext cx="2180400" cy="49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73" name="Google Shape;173;p18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8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8"/>
          <p:cNvSpPr/>
          <p:nvPr/>
        </p:nvSpPr>
        <p:spPr>
          <a:xfrm>
            <a:off x="476525" y="5004986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6" name="Google Shape;176;p18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8"/>
          <p:cNvCxnSpPr/>
          <p:nvPr/>
        </p:nvCxnSpPr>
        <p:spPr>
          <a:xfrm flipH="1" rot="10800000">
            <a:off x="698529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18"/>
          <p:cNvSpPr/>
          <p:nvPr/>
        </p:nvSpPr>
        <p:spPr>
          <a:xfrm>
            <a:off x="8552575" y="18251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19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9"/>
          <p:cNvSpPr/>
          <p:nvPr/>
        </p:nvSpPr>
        <p:spPr>
          <a:xfrm>
            <a:off x="8526475" y="47830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19"/>
          <p:cNvSpPr txBox="1"/>
          <p:nvPr>
            <p:ph idx="1" type="subTitle"/>
          </p:nvPr>
        </p:nvSpPr>
        <p:spPr>
          <a:xfrm>
            <a:off x="1531275" y="1213120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idx="2" type="subTitle"/>
          </p:nvPr>
        </p:nvSpPr>
        <p:spPr>
          <a:xfrm>
            <a:off x="1531276" y="16799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5" name="Google Shape;185;p19"/>
          <p:cNvSpPr txBox="1"/>
          <p:nvPr>
            <p:ph idx="3" type="subTitle"/>
          </p:nvPr>
        </p:nvSpPr>
        <p:spPr>
          <a:xfrm>
            <a:off x="5457002" y="16799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6" name="Google Shape;186;p19"/>
          <p:cNvSpPr txBox="1"/>
          <p:nvPr>
            <p:ph idx="4" type="subTitle"/>
          </p:nvPr>
        </p:nvSpPr>
        <p:spPr>
          <a:xfrm>
            <a:off x="1531276" y="34283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" name="Google Shape;187;p19"/>
          <p:cNvSpPr txBox="1"/>
          <p:nvPr>
            <p:ph idx="5" type="subTitle"/>
          </p:nvPr>
        </p:nvSpPr>
        <p:spPr>
          <a:xfrm>
            <a:off x="5457002" y="34283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8" name="Google Shape;188;p19"/>
          <p:cNvSpPr txBox="1"/>
          <p:nvPr>
            <p:ph idx="6" type="subTitle"/>
          </p:nvPr>
        </p:nvSpPr>
        <p:spPr>
          <a:xfrm>
            <a:off x="1531275" y="2961445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9" name="Google Shape;189;p19"/>
          <p:cNvSpPr txBox="1"/>
          <p:nvPr>
            <p:ph idx="7" type="subTitle"/>
          </p:nvPr>
        </p:nvSpPr>
        <p:spPr>
          <a:xfrm>
            <a:off x="5457000" y="1213120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0" name="Google Shape;190;p19"/>
          <p:cNvSpPr txBox="1"/>
          <p:nvPr>
            <p:ph idx="8" type="subTitle"/>
          </p:nvPr>
        </p:nvSpPr>
        <p:spPr>
          <a:xfrm>
            <a:off x="5457000" y="2961445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91" name="Google Shape;191;p19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19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19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45042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" name="Google Shape;198;p20"/>
          <p:cNvSpPr txBox="1"/>
          <p:nvPr>
            <p:ph idx="1" type="subTitle"/>
          </p:nvPr>
        </p:nvSpPr>
        <p:spPr>
          <a:xfrm>
            <a:off x="720000" y="1771478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2" type="subTitle"/>
          </p:nvPr>
        </p:nvSpPr>
        <p:spPr>
          <a:xfrm>
            <a:off x="3342470" y="1771478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0"/>
          <p:cNvSpPr txBox="1"/>
          <p:nvPr>
            <p:ph idx="3" type="subTitle"/>
          </p:nvPr>
        </p:nvSpPr>
        <p:spPr>
          <a:xfrm>
            <a:off x="5964600" y="1771477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" name="Google Shape;201;p20"/>
          <p:cNvSpPr txBox="1"/>
          <p:nvPr>
            <p:ph idx="4" type="subTitle"/>
          </p:nvPr>
        </p:nvSpPr>
        <p:spPr>
          <a:xfrm>
            <a:off x="720000" y="3396390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5" type="subTitle"/>
          </p:nvPr>
        </p:nvSpPr>
        <p:spPr>
          <a:xfrm>
            <a:off x="3342470" y="3396390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20"/>
          <p:cNvSpPr txBox="1"/>
          <p:nvPr>
            <p:ph idx="6" type="subTitle"/>
          </p:nvPr>
        </p:nvSpPr>
        <p:spPr>
          <a:xfrm>
            <a:off x="5964600" y="3396388"/>
            <a:ext cx="24540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4" name="Google Shape;204;p20"/>
          <p:cNvSpPr txBox="1"/>
          <p:nvPr>
            <p:ph idx="7" type="subTitle"/>
          </p:nvPr>
        </p:nvSpPr>
        <p:spPr>
          <a:xfrm>
            <a:off x="720000" y="12891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5" name="Google Shape;205;p20"/>
          <p:cNvSpPr txBox="1"/>
          <p:nvPr>
            <p:ph idx="8" type="subTitle"/>
          </p:nvPr>
        </p:nvSpPr>
        <p:spPr>
          <a:xfrm>
            <a:off x="3342470" y="12891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9" type="subTitle"/>
          </p:nvPr>
        </p:nvSpPr>
        <p:spPr>
          <a:xfrm>
            <a:off x="5964600" y="12891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3" type="subTitle"/>
          </p:nvPr>
        </p:nvSpPr>
        <p:spPr>
          <a:xfrm>
            <a:off x="720000" y="2917532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4" type="subTitle"/>
          </p:nvPr>
        </p:nvSpPr>
        <p:spPr>
          <a:xfrm>
            <a:off x="3342470" y="2917532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15" type="subTitle"/>
          </p:nvPr>
        </p:nvSpPr>
        <p:spPr>
          <a:xfrm>
            <a:off x="5964600" y="29175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210" name="Google Shape;210;p20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0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855257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20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0"/>
          <p:cNvCxnSpPr/>
          <p:nvPr/>
        </p:nvCxnSpPr>
        <p:spPr>
          <a:xfrm rot="10800000">
            <a:off x="6985310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hasCustomPrompt="1" type="title"/>
          </p:nvPr>
        </p:nvSpPr>
        <p:spPr>
          <a:xfrm>
            <a:off x="1564800" y="600575"/>
            <a:ext cx="60144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0" name="Google Shape;220;p21"/>
          <p:cNvSpPr txBox="1"/>
          <p:nvPr>
            <p:ph idx="1" type="subTitle"/>
          </p:nvPr>
        </p:nvSpPr>
        <p:spPr>
          <a:xfrm>
            <a:off x="1564800" y="1352318"/>
            <a:ext cx="60144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21"/>
          <p:cNvSpPr txBox="1"/>
          <p:nvPr>
            <p:ph hasCustomPrompt="1" idx="2" type="title"/>
          </p:nvPr>
        </p:nvSpPr>
        <p:spPr>
          <a:xfrm>
            <a:off x="1564800" y="1973274"/>
            <a:ext cx="60144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2" name="Google Shape;222;p21"/>
          <p:cNvSpPr txBox="1"/>
          <p:nvPr>
            <p:ph idx="3" type="subTitle"/>
          </p:nvPr>
        </p:nvSpPr>
        <p:spPr>
          <a:xfrm>
            <a:off x="1564800" y="2725017"/>
            <a:ext cx="60144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3" name="Google Shape;223;p21"/>
          <p:cNvSpPr txBox="1"/>
          <p:nvPr>
            <p:ph hasCustomPrompt="1" idx="4" type="title"/>
          </p:nvPr>
        </p:nvSpPr>
        <p:spPr>
          <a:xfrm>
            <a:off x="1564800" y="3345973"/>
            <a:ext cx="60144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4" name="Google Shape;224;p21"/>
          <p:cNvSpPr txBox="1"/>
          <p:nvPr>
            <p:ph idx="5" type="subTitle"/>
          </p:nvPr>
        </p:nvSpPr>
        <p:spPr>
          <a:xfrm>
            <a:off x="1564800" y="4097716"/>
            <a:ext cx="60144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225" name="Google Shape;225;p21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1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1"/>
          <p:cNvSpPr/>
          <p:nvPr/>
        </p:nvSpPr>
        <p:spPr>
          <a:xfrm>
            <a:off x="424325" y="1672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855257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31" name="Google Shape;231;p22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2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2"/>
          <p:cNvSpPr/>
          <p:nvPr/>
        </p:nvSpPr>
        <p:spPr>
          <a:xfrm>
            <a:off x="424325" y="1672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855257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37" name="Google Shape;237;p23"/>
          <p:cNvCxnSpPr/>
          <p:nvPr/>
        </p:nvCxnSpPr>
        <p:spPr>
          <a:xfrm rot="10800000"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3"/>
          <p:cNvCxnSpPr/>
          <p:nvPr/>
        </p:nvCxnSpPr>
        <p:spPr>
          <a:xfrm rot="10800000">
            <a:off x="6995857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3"/>
          <p:cNvSpPr/>
          <p:nvPr/>
        </p:nvSpPr>
        <p:spPr>
          <a:xfrm flipH="1">
            <a:off x="8552575" y="5004986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" name="Google Shape;240;p23"/>
          <p:cNvCxnSpPr/>
          <p:nvPr/>
        </p:nvCxnSpPr>
        <p:spPr>
          <a:xfrm rot="10800000"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3"/>
          <p:cNvCxnSpPr/>
          <p:nvPr/>
        </p:nvCxnSpPr>
        <p:spPr>
          <a:xfrm rot="10800000">
            <a:off x="715107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3"/>
          <p:cNvSpPr/>
          <p:nvPr/>
        </p:nvSpPr>
        <p:spPr>
          <a:xfrm flipH="1">
            <a:off x="476525" y="18251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_1_1_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45" name="Google Shape;245;p24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4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4"/>
          <p:cNvSpPr/>
          <p:nvPr/>
        </p:nvSpPr>
        <p:spPr>
          <a:xfrm>
            <a:off x="476525" y="5004986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8" name="Google Shape;248;p24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4"/>
          <p:cNvCxnSpPr/>
          <p:nvPr/>
        </p:nvCxnSpPr>
        <p:spPr>
          <a:xfrm flipH="1" rot="10800000">
            <a:off x="698529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4"/>
          <p:cNvSpPr/>
          <p:nvPr/>
        </p:nvSpPr>
        <p:spPr>
          <a:xfrm>
            <a:off x="8552575" y="18251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Google Shape;252;p25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5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5"/>
          <p:cNvCxnSpPr/>
          <p:nvPr/>
        </p:nvCxnSpPr>
        <p:spPr>
          <a:xfrm flipH="1" rot="10800000">
            <a:off x="7003418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5"/>
          <p:cNvCxnSpPr/>
          <p:nvPr/>
        </p:nvCxnSpPr>
        <p:spPr>
          <a:xfrm flipH="1" rot="10800000">
            <a:off x="70454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5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8552575" y="4636363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424325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 txBox="1"/>
          <p:nvPr>
            <p:ph type="ctrTitle"/>
          </p:nvPr>
        </p:nvSpPr>
        <p:spPr>
          <a:xfrm>
            <a:off x="1365350" y="535000"/>
            <a:ext cx="5286000" cy="105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1" name="Google Shape;261;p25"/>
          <p:cNvSpPr txBox="1"/>
          <p:nvPr>
            <p:ph idx="1" type="subTitle"/>
          </p:nvPr>
        </p:nvSpPr>
        <p:spPr>
          <a:xfrm>
            <a:off x="1365350" y="1591300"/>
            <a:ext cx="5286000" cy="829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2" name="Google Shape;262;p25"/>
          <p:cNvSpPr txBox="1"/>
          <p:nvPr/>
        </p:nvSpPr>
        <p:spPr>
          <a:xfrm>
            <a:off x="1365450" y="3542500"/>
            <a:ext cx="437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and includes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4" name="Google Shape;264;p26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6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6"/>
          <p:cNvCxnSpPr/>
          <p:nvPr/>
        </p:nvCxnSpPr>
        <p:spPr>
          <a:xfrm flipH="1" rot="10800000">
            <a:off x="7003418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6"/>
          <p:cNvCxnSpPr/>
          <p:nvPr/>
        </p:nvCxnSpPr>
        <p:spPr>
          <a:xfrm flipH="1" rot="10800000">
            <a:off x="70454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26"/>
          <p:cNvSpPr/>
          <p:nvPr/>
        </p:nvSpPr>
        <p:spPr>
          <a:xfrm>
            <a:off x="8552575" y="4636363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6"/>
          <p:cNvSpPr/>
          <p:nvPr/>
        </p:nvSpPr>
        <p:spPr>
          <a:xfrm>
            <a:off x="424325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" name="Google Shape;270;p26"/>
          <p:cNvCxnSpPr/>
          <p:nvPr/>
        </p:nvCxnSpPr>
        <p:spPr>
          <a:xfrm rot="10800000">
            <a:off x="7003425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26"/>
          <p:cNvSpPr/>
          <p:nvPr/>
        </p:nvSpPr>
        <p:spPr>
          <a:xfrm flipH="1">
            <a:off x="8560143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2" name="Google Shape;272;p26"/>
          <p:cNvCxnSpPr/>
          <p:nvPr/>
        </p:nvCxnSpPr>
        <p:spPr>
          <a:xfrm rot="10800000">
            <a:off x="696975" y="4761738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26"/>
          <p:cNvSpPr/>
          <p:nvPr/>
        </p:nvSpPr>
        <p:spPr>
          <a:xfrm flipH="1">
            <a:off x="424318" y="4678150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3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" name="Google Shape;275;p27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7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27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7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855257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7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3" name="Google Shape;283;p28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TOHCkI12mh0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bit.ly/2PfT4lq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type="title"/>
          </p:nvPr>
        </p:nvSpPr>
        <p:spPr>
          <a:xfrm>
            <a:off x="936025" y="1602075"/>
            <a:ext cx="3214800" cy="19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you do when you receive your homework feedback?</a:t>
            </a:r>
            <a:endParaRPr/>
          </a:p>
        </p:txBody>
      </p:sp>
      <p:pic>
        <p:nvPicPr>
          <p:cNvPr id="292" name="Google Shape;292;p3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050" y="1538940"/>
            <a:ext cx="3742799" cy="20654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is video shows how to review published grades, rubrics, and feedback on Gradescope as a student. It also covers how to submit regrade requests as a student, if regrade requests have been enabled for the assignment.&#10;&#10;For more information on viewing feedback and requesting regrades, check out our Gradescope help center guide here: https://help.gradescope.com/article/axm932lptr-student-view-submission" id="297" name="Google Shape;297;p32" title="For Students: Viewing Feedback and Requesting Regrade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1550" y="1158875"/>
            <a:ext cx="6027200" cy="33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Viewing feedback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/>
          <p:cNvSpPr txBox="1"/>
          <p:nvPr>
            <p:ph idx="1" type="subTitle"/>
          </p:nvPr>
        </p:nvSpPr>
        <p:spPr>
          <a:xfrm>
            <a:off x="1369125" y="2760475"/>
            <a:ext cx="6142500" cy="11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Take a few minutes to brainstorm.</a:t>
            </a:r>
            <a:endParaRPr sz="3000"/>
          </a:p>
        </p:txBody>
      </p:sp>
      <p:sp>
        <p:nvSpPr>
          <p:cNvPr id="304" name="Google Shape;304;p33"/>
          <p:cNvSpPr txBox="1"/>
          <p:nvPr>
            <p:ph type="title"/>
          </p:nvPr>
        </p:nvSpPr>
        <p:spPr>
          <a:xfrm>
            <a:off x="1235925" y="886050"/>
            <a:ext cx="6408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should you do with the feedback?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few suggestions:</a:t>
            </a:r>
            <a:endParaRPr/>
          </a:p>
        </p:txBody>
      </p:sp>
      <p:sp>
        <p:nvSpPr>
          <p:cNvPr id="310" name="Google Shape;310;p34"/>
          <p:cNvSpPr txBox="1"/>
          <p:nvPr>
            <p:ph idx="1" type="body"/>
          </p:nvPr>
        </p:nvSpPr>
        <p:spPr>
          <a:xfrm>
            <a:off x="720000" y="965375"/>
            <a:ext cx="7704000" cy="3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800"/>
              <a:t>Check the solutions</a:t>
            </a:r>
            <a:r>
              <a:rPr lang="en" sz="1800"/>
              <a:t> to any problems you made mistakes on. (You can find these on the Worksheets &amp; Homework page of Canvas.)</a:t>
            </a:r>
            <a:endParaRPr sz="18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800"/>
              <a:t>Compare this to your own thought process</a:t>
            </a:r>
            <a:r>
              <a:rPr lang="en" sz="1800"/>
              <a:t> for the problem. (If you have a hard time figuring out your thought process, it would be helpful to add small notes about process on upcoming assignments so these can be a useful tool for your future self.)</a:t>
            </a:r>
            <a:endParaRPr sz="18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800"/>
              <a:t>Identify how your thought process differed</a:t>
            </a:r>
            <a:r>
              <a:rPr lang="en" sz="1800"/>
              <a:t>, and determine why it was incorrect. We strongly recommend jotting down notes onto your problem set or adding it to a study guide if the same issue comes up more than once!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If you still aren’t sure what was wrong with your answer, </a:t>
            </a:r>
            <a:r>
              <a:rPr b="1" lang="en" sz="1800"/>
              <a:t>ask in office hours!</a:t>
            </a:r>
            <a:endParaRPr b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3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Minimalist MK Plan by Slidesgo">
  <a:themeElements>
    <a:clrScheme name="Simple Light">
      <a:dk1>
        <a:srgbClr val="3A3A3A"/>
      </a:dk1>
      <a:lt1>
        <a:srgbClr val="E7EBF7"/>
      </a:lt1>
      <a:dk2>
        <a:srgbClr val="5D5959"/>
      </a:dk2>
      <a:lt2>
        <a:srgbClr val="D9DDE8"/>
      </a:lt2>
      <a:accent1>
        <a:srgbClr val="C7CCDA"/>
      </a:accent1>
      <a:accent2>
        <a:srgbClr val="A3ACC6"/>
      </a:accent2>
      <a:accent3>
        <a:srgbClr val="818FB5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