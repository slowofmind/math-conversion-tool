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T Sans Narrow"/>
      <p:regular r:id="rId15"/>
      <p:bold r:id="rId16"/>
    </p:embeddedFont>
    <p:embeddedFont>
      <p:font typeface="Average"/>
      <p:regular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TSansNarrow-regular.fntdata"/><Relationship Id="rId14" Type="http://schemas.openxmlformats.org/officeDocument/2006/relationships/slide" Target="slides/slide9.xml"/><Relationship Id="rId17" Type="http://schemas.openxmlformats.org/officeDocument/2006/relationships/font" Target="fonts/Average-regular.fntdata"/><Relationship Id="rId16" Type="http://schemas.openxmlformats.org/officeDocument/2006/relationships/font" Target="fonts/PTSansNarrow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Increasing retention without increasing study time is what we all hope to accomplish, and there is actually a way to do it! Rohrer &amp; Pashler’s paper describes a study they did.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4dc8e7f1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4dc8e7f1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Importantly, the spacers and massers did the same number of problems and spent the same total amount of time.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dc8e7f19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4dc8e7f1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difference!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dc8e7f19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dc8e7f19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dc8e7f19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dc8e7f19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4dc8e7f19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4dc8e7f19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dc8e7f19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dc8e7f19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4dc8e7f19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4dc8e7f19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cce3add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cce3add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8500"/>
            <a:ext cx="8839204" cy="2343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 Narrow"/>
              <a:buChar char="●"/>
            </a:pPr>
            <a:r>
              <a:rPr lang="en" sz="21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Students were taught some math that was unfamiliar to them.</a:t>
            </a:r>
            <a:endParaRPr sz="21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 Narrow"/>
              <a:buChar char="●"/>
            </a:pPr>
            <a:r>
              <a:rPr lang="en" sz="21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Then split into two groups:</a:t>
            </a:r>
            <a:endParaRPr sz="21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 Narrow"/>
              <a:buChar char="○"/>
            </a:pPr>
            <a:r>
              <a:rPr lang="en" sz="2100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“Spacers”</a:t>
            </a:r>
            <a:r>
              <a:rPr lang="en" sz="21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did 2 practice problems, waited a week, and then did 2 more practice problems.</a:t>
            </a:r>
            <a:endParaRPr sz="21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 Narrow"/>
              <a:buChar char="○"/>
            </a:pPr>
            <a:r>
              <a:rPr lang="en" sz="2100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“Massers”</a:t>
            </a:r>
            <a:r>
              <a:rPr lang="en" sz="21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did the same 4 practice problems in a single session.</a:t>
            </a:r>
            <a:endParaRPr sz="21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 Narrow"/>
              <a:buChar char="●"/>
            </a:pPr>
            <a:r>
              <a:rPr lang="en" sz="21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Both groups took a test 1 week after their last practice problem.</a:t>
            </a:r>
            <a:endParaRPr sz="21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How do you think they did?</a:t>
            </a:r>
            <a:endParaRPr sz="2100">
              <a:solidFill>
                <a:srgbClr val="FFFF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925" y="266775"/>
            <a:ext cx="7448150" cy="460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called the </a:t>
            </a:r>
            <a:r>
              <a:rPr lang="en">
                <a:solidFill>
                  <a:srgbClr val="00FFFF"/>
                </a:solidFill>
              </a:rPr>
              <a:t>spacing effect</a:t>
            </a:r>
            <a:r>
              <a:rPr lang="en"/>
              <a:t>: spacing out your practice is more effective than doing it all at once.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5"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does it work?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It </a:t>
            </a:r>
            <a:r>
              <a:rPr lang="en" sz="2400">
                <a:solidFill>
                  <a:srgbClr val="00FF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reduces the rate of forgetting</a:t>
            </a: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.</a:t>
            </a:r>
            <a:b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</a:b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When you do massed practice (cramming), you learn something in a short amount of time but forget it just as quickly. (Not so helpful for Math Mb and beyond!) </a:t>
            </a:r>
            <a:b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</a:b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In spaced practice, you come back to a topic as you’re starting to forget it. This actually triggers your brain to strengthen its memory of that topic!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spacing feel?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9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Challenging!  As </a:t>
            </a:r>
            <a:r>
              <a:rPr i="1"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Make It Stick</a:t>
            </a:r>
            <a: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explains:</a:t>
            </a:r>
            <a:endParaRPr sz="22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 Narrow"/>
              <a:buChar char="●"/>
            </a:pPr>
            <a: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“Spacing out your practice feels less productive [than cramming] for the very reason that some forgetting has set in and you’ve got to work harder to recall the concepts.”</a:t>
            </a:r>
            <a:b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</a:br>
            <a:endParaRPr sz="22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T Sans Narrow"/>
              <a:buChar char="●"/>
            </a:pPr>
            <a: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“Even in studies where the participants have shown superior results from spaced learning...they </a:t>
            </a:r>
            <a:r>
              <a:rPr i="1"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believe</a:t>
            </a:r>
            <a:r>
              <a:rPr lang="en" sz="22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they learned better on the material where practice was massed.”</a:t>
            </a:r>
            <a:endParaRPr sz="22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Spacing feels harder than cramming.</a:t>
            </a:r>
            <a:b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</a:b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That difficulty is exactly what makes it more effective! So, don’t give up just because it feels challenging. 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long to wait between practice sessions?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Make It Stick</a:t>
            </a: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advises: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“enough time so that a little forgetting has set in...but you do not want so much forgetting that [your next session] essentially involves relearning the material”</a:t>
            </a:r>
            <a:b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</a:b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“Sleep seems to play a large role in memory consolidation, so practice with </a:t>
            </a:r>
            <a:r>
              <a:rPr lang="en" sz="2400">
                <a:solidFill>
                  <a:srgbClr val="FFFF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at least a day in between sessions</a:t>
            </a: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is goo</a:t>
            </a: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d.”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can you </a:t>
            </a:r>
            <a:r>
              <a:rPr lang="en"/>
              <a:t>translate</a:t>
            </a:r>
            <a:r>
              <a:rPr lang="en"/>
              <a:t> this to Math M (or Ec10 or LPSA/LS1a)?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In class: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352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Recall ideas from the last class at the start of section.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T Sans Narrow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Recall the big ideas of what was just presented at the end of section.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While tackling problem sets: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352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Start your problem sets the day they are assigned so you have more time to spread out your work. 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Splitting assignment completion across two shorter sessions can be better for your long term memory than working in one long session.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400">
                <a:solidFill>
                  <a:schemeClr val="dk1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If you do finish your homework in one session, spending just 10-15 minutes recalling and reviewing the assignment before the next class can help create longer lasting memory of the material.</a:t>
            </a:r>
            <a:endParaRPr sz="2400">
              <a:solidFill>
                <a:schemeClr val="dk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