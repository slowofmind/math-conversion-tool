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Roboto"/>
      <p:regular r:id="rId18"/>
      <p:bold r:id="rId19"/>
      <p:italic r:id="rId20"/>
      <p:boldItalic r:id="rId21"/>
    </p:embeddedFont>
    <p:embeddedFont>
      <p:font typeface="Albert Sans Medium"/>
      <p:regular r:id="rId22"/>
      <p:bold r:id="rId23"/>
      <p:italic r:id="rId24"/>
      <p:boldItalic r:id="rId25"/>
    </p:embeddedFont>
    <p:embeddedFont>
      <p:font typeface="Bebas Neue"/>
      <p:regular r:id="rId26"/>
    </p:embeddedFont>
    <p:embeddedFont>
      <p:font typeface="Squada One"/>
      <p:regular r:id="rId27"/>
    </p:embeddedFont>
    <p:embeddedFont>
      <p:font typeface="Albert Sans SemiBold"/>
      <p:regular r:id="rId28"/>
      <p:bold r:id="rId29"/>
      <p:italic r:id="rId30"/>
      <p:boldItalic r:id="rId31"/>
    </p:embeddedFont>
    <p:embeddedFont>
      <p:font typeface="Albert Sans"/>
      <p:regular r:id="rId32"/>
      <p:bold r:id="rId33"/>
      <p:italic r:id="rId34"/>
      <p:boldItalic r:id="rId35"/>
    </p:embeddedFont>
    <p:embeddedFont>
      <p:font typeface="Nunito Sans ExtraBold"/>
      <p:bold r:id="rId36"/>
      <p:boldItalic r:id="rId37"/>
    </p:embeddedFont>
    <p:embeddedFont>
      <p:font typeface="Roboto Slab Medium"/>
      <p:regular r:id="rId38"/>
      <p:bold r:id="rId39"/>
    </p:embeddedFont>
    <p:embeddedFont>
      <p:font typeface="Nunito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unitoSans-regular.fntdata"/><Relationship Id="rId20" Type="http://schemas.openxmlformats.org/officeDocument/2006/relationships/font" Target="fonts/Roboto-italic.fntdata"/><Relationship Id="rId42" Type="http://schemas.openxmlformats.org/officeDocument/2006/relationships/font" Target="fonts/NunitoSans-italic.fntdata"/><Relationship Id="rId41" Type="http://schemas.openxmlformats.org/officeDocument/2006/relationships/font" Target="fonts/NunitoSans-bold.fntdata"/><Relationship Id="rId22" Type="http://schemas.openxmlformats.org/officeDocument/2006/relationships/font" Target="fonts/AlbertSansMedium-regular.fntdata"/><Relationship Id="rId21" Type="http://schemas.openxmlformats.org/officeDocument/2006/relationships/font" Target="fonts/Roboto-boldItalic.fntdata"/><Relationship Id="rId43" Type="http://schemas.openxmlformats.org/officeDocument/2006/relationships/font" Target="fonts/NunitoSans-boldItalic.fntdata"/><Relationship Id="rId24" Type="http://schemas.openxmlformats.org/officeDocument/2006/relationships/font" Target="fonts/AlbertSansMedium-italic.fntdata"/><Relationship Id="rId23" Type="http://schemas.openxmlformats.org/officeDocument/2006/relationships/font" Target="fonts/AlbertSans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ebasNeue-regular.fntdata"/><Relationship Id="rId25" Type="http://schemas.openxmlformats.org/officeDocument/2006/relationships/font" Target="fonts/AlbertSansMedium-boldItalic.fntdata"/><Relationship Id="rId28" Type="http://schemas.openxmlformats.org/officeDocument/2006/relationships/font" Target="fonts/AlbertSansSemiBold-regular.fntdata"/><Relationship Id="rId27" Type="http://schemas.openxmlformats.org/officeDocument/2006/relationships/font" Target="fonts/SquadaOn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lbertSans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lbertSansSemiBold-boldItalic.fntdata"/><Relationship Id="rId30" Type="http://schemas.openxmlformats.org/officeDocument/2006/relationships/font" Target="fonts/AlbertSansSemiBold-italic.fntdata"/><Relationship Id="rId11" Type="http://schemas.openxmlformats.org/officeDocument/2006/relationships/slide" Target="slides/slide7.xml"/><Relationship Id="rId33" Type="http://schemas.openxmlformats.org/officeDocument/2006/relationships/font" Target="fonts/AlbertSans-bold.fntdata"/><Relationship Id="rId10" Type="http://schemas.openxmlformats.org/officeDocument/2006/relationships/slide" Target="slides/slide6.xml"/><Relationship Id="rId32" Type="http://schemas.openxmlformats.org/officeDocument/2006/relationships/font" Target="fonts/AlbertSans-regular.fntdata"/><Relationship Id="rId13" Type="http://schemas.openxmlformats.org/officeDocument/2006/relationships/slide" Target="slides/slide9.xml"/><Relationship Id="rId35" Type="http://schemas.openxmlformats.org/officeDocument/2006/relationships/font" Target="fonts/AlbertSans-boldItalic.fntdata"/><Relationship Id="rId12" Type="http://schemas.openxmlformats.org/officeDocument/2006/relationships/slide" Target="slides/slide8.xml"/><Relationship Id="rId34" Type="http://schemas.openxmlformats.org/officeDocument/2006/relationships/font" Target="fonts/AlbertSans-italic.fntdata"/><Relationship Id="rId15" Type="http://schemas.openxmlformats.org/officeDocument/2006/relationships/slide" Target="slides/slide11.xml"/><Relationship Id="rId37" Type="http://schemas.openxmlformats.org/officeDocument/2006/relationships/font" Target="fonts/NunitoSansExtraBold-boldItalic.fntdata"/><Relationship Id="rId14" Type="http://schemas.openxmlformats.org/officeDocument/2006/relationships/slide" Target="slides/slide10.xml"/><Relationship Id="rId36" Type="http://schemas.openxmlformats.org/officeDocument/2006/relationships/font" Target="fonts/NunitoSansExtraBold-bold.fntdata"/><Relationship Id="rId17" Type="http://schemas.openxmlformats.org/officeDocument/2006/relationships/slide" Target="slides/slide13.xml"/><Relationship Id="rId39" Type="http://schemas.openxmlformats.org/officeDocument/2006/relationships/font" Target="fonts/RobotoSlabMedium-bold.fntdata"/><Relationship Id="rId16" Type="http://schemas.openxmlformats.org/officeDocument/2006/relationships/slide" Target="slides/slide12.xml"/><Relationship Id="rId38" Type="http://schemas.openxmlformats.org/officeDocument/2006/relationships/font" Target="fonts/RobotoSlabMedium-regular.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ES"/>
              <a:t>Read each question, and give students 30 seconds to answer. (This is intentionally not enough time to methodically solve the problem.)</a:t>
            </a:r>
            <a:endParaRPr/>
          </a:p>
        </p:txBody>
      </p:sp>
      <p:sp>
        <p:nvSpPr>
          <p:cNvPr id="269" name="Google Shape;2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9595e7875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9595e7875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29595e7875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9595e78752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9595e78752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29595e78752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96f091ef5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96f091ef5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296f091ef5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6f1a24aae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6f1a24aae_0_2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ES"/>
              <a:t>Now, have students think about their answer: </a:t>
            </a:r>
            <a:r>
              <a:rPr lang="es-ES"/>
              <a:t>if the ball cost whatever they answered, how much would the bat have to cost to make the total $1.10? Wold the bat then cost $1 more than the ball? (The most common wrong answer is that the ball costs $0.10, but we can easily see that doesn’t work: the bat would have to cost $1 to make the total $1.10, but then the bat would only be $0.90 more than the ball.)</a:t>
            </a:r>
            <a:endParaRPr/>
          </a:p>
        </p:txBody>
      </p:sp>
      <p:sp>
        <p:nvSpPr>
          <p:cNvPr id="293" name="Google Shape;293;g296f1a24aae_0_2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96f1a24aae_0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96f1a24aae_0_2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ES"/>
              <a:t>Here, have students think: if the patch covered half the lake on whichever day they said it would, how much would the patch cover the next day? (The most common wrong answer is 24 days, but then on the 25th day, the lake would already be fully covered.)</a:t>
            </a:r>
            <a:endParaRPr/>
          </a:p>
        </p:txBody>
      </p:sp>
      <p:sp>
        <p:nvSpPr>
          <p:cNvPr id="299" name="Google Shape;299;g296f1a24aae_0_2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603151a16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603151a165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s-ES"/>
              <a:t>These two questions are actually from something called the Cognitive Reflection Test, which is meant to measure whether people are in the habit of reflecting back on whether their answers are correct. </a:t>
            </a:r>
            <a:endParaRPr/>
          </a:p>
          <a:p>
            <a:pPr indent="0" lvl="0" marL="0" rtl="0" algn="l">
              <a:spcBef>
                <a:spcPts val="0"/>
              </a:spcBef>
              <a:spcAft>
                <a:spcPts val="0"/>
              </a:spcAft>
              <a:buNone/>
            </a:pPr>
            <a:r>
              <a:t/>
            </a:r>
            <a:endParaRPr/>
          </a:p>
        </p:txBody>
      </p:sp>
      <p:sp>
        <p:nvSpPr>
          <p:cNvPr id="305" name="Google Shape;305;g2603151a165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96f1a24aae_0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96f1a24aae_0_2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296f1a24aae_0_2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96f1a24aae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96f1a24aae_0_3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ES"/>
              <a:t>The take-away from #1 is that it’s easy to check whether the formula you write works. Similarly, if you’re solving an equation, it’s easy to check whether your answer works just by plugging the solutions back into the equation.</a:t>
            </a:r>
            <a:endParaRPr/>
          </a:p>
        </p:txBody>
      </p:sp>
      <p:sp>
        <p:nvSpPr>
          <p:cNvPr id="317" name="Google Shape;317;g296f1a24aae_0_3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96f1a24aae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96f1a24aae_0_3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296f1a24aae_0_3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96f1a24aae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96f1a24aae_0_2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ES"/>
              <a:t>#2 is an example where some of the things the student has found disagree with each other.</a:t>
            </a:r>
            <a:endParaRPr/>
          </a:p>
        </p:txBody>
      </p:sp>
      <p:sp>
        <p:nvSpPr>
          <p:cNvPr id="330" name="Google Shape;330;g296f1a24aae_0_2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96f1a24aae_0_3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96f1a24aae_0_3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s-ES"/>
              <a:t>In #2, thinking about the graph of f helps us discover the inconsistency. </a:t>
            </a:r>
            <a:endParaRPr/>
          </a:p>
        </p:txBody>
      </p:sp>
      <p:sp>
        <p:nvSpPr>
          <p:cNvPr id="337" name="Google Shape;337;g296f1a24aae_0_3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54ba6ba302_0_16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54ba6ba302_0_165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2164950" y="737225"/>
            <a:ext cx="4814100" cy="2945700"/>
          </a:xfrm>
          <a:prstGeom prst="rect">
            <a:avLst/>
          </a:prstGeom>
          <a:solidFill>
            <a:schemeClr val="lt1"/>
          </a:solidFill>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b="0" sz="8500">
                <a:latin typeface="Albert Sans SemiBold"/>
                <a:ea typeface="Albert Sans SemiBold"/>
                <a:cs typeface="Albert Sans SemiBold"/>
                <a:sym typeface="Albert Sans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2488500" y="3653275"/>
            <a:ext cx="4167000" cy="3528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15" name="Google Shape;15;p2"/>
          <p:cNvCxnSpPr/>
          <p:nvPr/>
        </p:nvCxnSpPr>
        <p:spPr>
          <a:xfrm rot="10800000">
            <a:off x="269250" y="362050"/>
            <a:ext cx="1097700" cy="0"/>
          </a:xfrm>
          <a:prstGeom prst="straightConnector1">
            <a:avLst/>
          </a:prstGeom>
          <a:noFill/>
          <a:ln cap="flat" cmpd="sng" w="9525">
            <a:solidFill>
              <a:schemeClr val="dk1"/>
            </a:solidFill>
            <a:prstDash val="solid"/>
            <a:round/>
            <a:headEnd len="med" w="med" type="none"/>
            <a:tailEnd len="med" w="med" type="none"/>
          </a:ln>
        </p:spPr>
      </p:cxnSp>
      <p:cxnSp>
        <p:nvCxnSpPr>
          <p:cNvPr id="16" name="Google Shape;16;p2"/>
          <p:cNvCxnSpPr/>
          <p:nvPr/>
        </p:nvCxnSpPr>
        <p:spPr>
          <a:xfrm rot="10800000">
            <a:off x="7750700" y="4970800"/>
            <a:ext cx="1097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715100" y="3053300"/>
            <a:ext cx="6037200" cy="8418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sz="45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19" name="Google Shape;19;p3"/>
          <p:cNvSpPr txBox="1"/>
          <p:nvPr>
            <p:ph hasCustomPrompt="1" idx="2" type="title"/>
          </p:nvPr>
        </p:nvSpPr>
        <p:spPr>
          <a:xfrm>
            <a:off x="715100" y="1990600"/>
            <a:ext cx="1029000" cy="952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15175" y="3895100"/>
            <a:ext cx="60372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5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20000" y="53535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 name="Google Shape;23;p4"/>
          <p:cNvSpPr txBox="1"/>
          <p:nvPr>
            <p:ph idx="1" type="body"/>
          </p:nvPr>
        </p:nvSpPr>
        <p:spPr>
          <a:xfrm>
            <a:off x="720000" y="1227475"/>
            <a:ext cx="7704000" cy="2976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200"/>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sp>
        <p:nvSpPr>
          <p:cNvPr id="24" name="Google Shape;24;p4"/>
          <p:cNvSpPr/>
          <p:nvPr/>
        </p:nvSpPr>
        <p:spPr>
          <a:xfrm>
            <a:off x="-658375" y="87725"/>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rot="232008">
            <a:off x="535946" y="725651"/>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10800000">
            <a:off x="8510156" y="3873725"/>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10567992">
            <a:off x="8429640" y="4349604"/>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idx="1" type="subTitle"/>
          </p:nvPr>
        </p:nvSpPr>
        <p:spPr>
          <a:xfrm>
            <a:off x="1290770" y="2312800"/>
            <a:ext cx="2907600" cy="493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Albert Sans Medium"/>
              <a:buNone/>
              <a:defRPr sz="2100">
                <a:latin typeface="Albert Sans Medium"/>
                <a:ea typeface="Albert Sans Medium"/>
                <a:cs typeface="Albert Sans Medium"/>
                <a:sym typeface="Albert Sans Medium"/>
              </a:defRPr>
            </a:lvl1pPr>
            <a:lvl2pPr lvl="1"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2pPr>
            <a:lvl3pPr lvl="2"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3pPr>
            <a:lvl4pPr lvl="3"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4pPr>
            <a:lvl5pPr lvl="4"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5pPr>
            <a:lvl6pPr lvl="5"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6pPr>
            <a:lvl7pPr lvl="6"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7pPr>
            <a:lvl8pPr lvl="7"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8pPr>
            <a:lvl9pPr lvl="8"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9pPr>
          </a:lstStyle>
          <a:p/>
        </p:txBody>
      </p:sp>
      <p:sp>
        <p:nvSpPr>
          <p:cNvPr id="30" name="Google Shape;30;p5"/>
          <p:cNvSpPr txBox="1"/>
          <p:nvPr>
            <p:ph idx="2" type="subTitle"/>
          </p:nvPr>
        </p:nvSpPr>
        <p:spPr>
          <a:xfrm>
            <a:off x="4945644" y="2312800"/>
            <a:ext cx="2907600" cy="493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Font typeface="Albert Sans Medium"/>
              <a:buNone/>
              <a:defRPr sz="2100">
                <a:latin typeface="Albert Sans Medium"/>
                <a:ea typeface="Albert Sans Medium"/>
                <a:cs typeface="Albert Sans Medium"/>
                <a:sym typeface="Albert Sans Medium"/>
              </a:defRPr>
            </a:lvl1pPr>
            <a:lvl2pPr lvl="1"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2pPr>
            <a:lvl3pPr lvl="2"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3pPr>
            <a:lvl4pPr lvl="3"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4pPr>
            <a:lvl5pPr lvl="4"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5pPr>
            <a:lvl6pPr lvl="5"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6pPr>
            <a:lvl7pPr lvl="6"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7pPr>
            <a:lvl8pPr lvl="7"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8pPr>
            <a:lvl9pPr lvl="8"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9pPr>
          </a:lstStyle>
          <a:p/>
        </p:txBody>
      </p:sp>
      <p:sp>
        <p:nvSpPr>
          <p:cNvPr id="31" name="Google Shape;31;p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 name="Google Shape;32;p5"/>
          <p:cNvSpPr txBox="1"/>
          <p:nvPr>
            <p:ph idx="3" type="subTitle"/>
          </p:nvPr>
        </p:nvSpPr>
        <p:spPr>
          <a:xfrm>
            <a:off x="1290756" y="2730400"/>
            <a:ext cx="2907600" cy="147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 name="Google Shape;33;p5"/>
          <p:cNvSpPr txBox="1"/>
          <p:nvPr>
            <p:ph idx="4" type="subTitle"/>
          </p:nvPr>
        </p:nvSpPr>
        <p:spPr>
          <a:xfrm>
            <a:off x="4945631" y="2730400"/>
            <a:ext cx="2907600" cy="147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4" name="Google Shape;34;p5"/>
          <p:cNvSpPr/>
          <p:nvPr/>
        </p:nvSpPr>
        <p:spPr>
          <a:xfrm flipH="1" rot="10800000">
            <a:off x="166252" y="905500"/>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flipH="1" rot="10800000">
            <a:off x="318651" y="819702"/>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5"/>
          <p:cNvCxnSpPr/>
          <p:nvPr/>
        </p:nvCxnSpPr>
        <p:spPr>
          <a:xfrm rot="10800000">
            <a:off x="166250" y="375178"/>
            <a:ext cx="10977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5"/>
          <p:cNvSpPr/>
          <p:nvPr/>
        </p:nvSpPr>
        <p:spPr>
          <a:xfrm flipH="1">
            <a:off x="7601400" y="1523600"/>
            <a:ext cx="1542600" cy="1542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flipH="1">
            <a:off x="7304650" y="1442400"/>
            <a:ext cx="1542600" cy="154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0" y="1385875"/>
            <a:ext cx="1542600" cy="1542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296750" y="1304675"/>
            <a:ext cx="1542600" cy="154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rot="-5524846">
            <a:off x="684613" y="1301076"/>
            <a:ext cx="173514" cy="173514"/>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rot="-4723736">
            <a:off x="8296439" y="1426672"/>
            <a:ext cx="173445" cy="17344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 name="Google Shape;45;p6"/>
          <p:cNvSpPr/>
          <p:nvPr/>
        </p:nvSpPr>
        <p:spPr>
          <a:xfrm rot="10800000">
            <a:off x="8825348" y="905500"/>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rot="10800000">
            <a:off x="8739549" y="819702"/>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6"/>
          <p:cNvCxnSpPr/>
          <p:nvPr/>
        </p:nvCxnSpPr>
        <p:spPr>
          <a:xfrm>
            <a:off x="7880050" y="375178"/>
            <a:ext cx="1097700" cy="0"/>
          </a:xfrm>
          <a:prstGeom prst="straightConnector1">
            <a:avLst/>
          </a:prstGeom>
          <a:noFill/>
          <a:ln cap="flat" cmpd="sng" w="9525">
            <a:solidFill>
              <a:schemeClr val="dk1"/>
            </a:solidFill>
            <a:prstDash val="solid"/>
            <a:round/>
            <a:headEnd len="med" w="med" type="none"/>
            <a:tailEnd len="med" w="med" type="none"/>
          </a:ln>
        </p:spPr>
      </p:cxnSp>
      <p:sp>
        <p:nvSpPr>
          <p:cNvPr id="48" name="Google Shape;48;p6"/>
          <p:cNvSpPr/>
          <p:nvPr/>
        </p:nvSpPr>
        <p:spPr>
          <a:xfrm rot="10800000">
            <a:off x="187881" y="3873725"/>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10567992">
            <a:off x="107365" y="4349604"/>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7"/>
          <p:cNvSpPr txBox="1"/>
          <p:nvPr>
            <p:ph type="title"/>
          </p:nvPr>
        </p:nvSpPr>
        <p:spPr>
          <a:xfrm>
            <a:off x="720000" y="535000"/>
            <a:ext cx="4208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52" name="Google Shape;52;p7"/>
          <p:cNvSpPr/>
          <p:nvPr/>
        </p:nvSpPr>
        <p:spPr>
          <a:xfrm>
            <a:off x="959850" y="4668300"/>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a:off x="8098347" y="496447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ph idx="2" type="pic"/>
          </p:nvPr>
        </p:nvSpPr>
        <p:spPr>
          <a:xfrm flipH="1">
            <a:off x="5641848" y="539496"/>
            <a:ext cx="2788800" cy="4059900"/>
          </a:xfrm>
          <a:prstGeom prst="round2SameRect">
            <a:avLst>
              <a:gd fmla="val 0" name="adj1"/>
              <a:gd fmla="val 0" name="adj2"/>
            </a:avLst>
          </a:prstGeom>
          <a:noFill/>
          <a:ln>
            <a:noFill/>
          </a:ln>
        </p:spPr>
      </p:sp>
      <p:sp>
        <p:nvSpPr>
          <p:cNvPr id="55" name="Google Shape;55;p7"/>
          <p:cNvSpPr txBox="1"/>
          <p:nvPr>
            <p:ph idx="1" type="subTitle"/>
          </p:nvPr>
        </p:nvSpPr>
        <p:spPr>
          <a:xfrm>
            <a:off x="720000" y="1704600"/>
            <a:ext cx="4208400" cy="173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hlink"/>
              </a:buClr>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2301300" y="1536450"/>
            <a:ext cx="4541400" cy="841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9"/>
          <p:cNvSpPr txBox="1"/>
          <p:nvPr>
            <p:ph idx="1" type="subTitle"/>
          </p:nvPr>
        </p:nvSpPr>
        <p:spPr>
          <a:xfrm>
            <a:off x="2301300" y="2517775"/>
            <a:ext cx="4541400" cy="979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1" name="Google Shape;61;p9"/>
          <p:cNvSpPr/>
          <p:nvPr/>
        </p:nvSpPr>
        <p:spPr>
          <a:xfrm>
            <a:off x="924600" y="698700"/>
            <a:ext cx="7294800" cy="3746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3026700" y="446525"/>
            <a:ext cx="3090600" cy="60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a:off x="3026700" y="4128725"/>
            <a:ext cx="3090600" cy="60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0"/>
          <p:cNvSpPr txBox="1"/>
          <p:nvPr>
            <p:ph type="title"/>
          </p:nvPr>
        </p:nvSpPr>
        <p:spPr>
          <a:xfrm>
            <a:off x="713225" y="535000"/>
            <a:ext cx="3325500" cy="1024800"/>
          </a:xfrm>
          <a:prstGeom prst="rect">
            <a:avLst/>
          </a:prstGeom>
          <a:solidFill>
            <a:schemeClr val="dk2"/>
          </a:solidFill>
        </p:spPr>
        <p:txBody>
          <a:bodyPr anchorCtr="0" anchor="ctr" bIns="91425" lIns="91425" spcFirstLastPara="1" rIns="91425" wrap="square" tIns="91425">
            <a:noAutofit/>
          </a:bodyPr>
          <a:lstStyle>
            <a:lvl1pPr lvl="0" rtl="0" algn="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6" name="Google Shape;66;p10"/>
          <p:cNvSpPr/>
          <p:nvPr>
            <p:ph idx="2" type="pic"/>
          </p:nvPr>
        </p:nvSpPr>
        <p:spPr>
          <a:xfrm>
            <a:off x="5875" y="0"/>
            <a:ext cx="9144000" cy="514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11"/>
          <p:cNvSpPr txBox="1"/>
          <p:nvPr>
            <p:ph hasCustomPrompt="1" type="title"/>
          </p:nvPr>
        </p:nvSpPr>
        <p:spPr>
          <a:xfrm>
            <a:off x="1284000" y="1744025"/>
            <a:ext cx="6576000" cy="1393200"/>
          </a:xfrm>
          <a:prstGeom prst="rect">
            <a:avLst/>
          </a:prstGeom>
          <a:solidFill>
            <a:schemeClr val="dk2"/>
          </a:solidFill>
        </p:spPr>
        <p:txBody>
          <a:bodyPr anchorCtr="0" anchor="t" bIns="91425" lIns="91425" spcFirstLastPara="1" rIns="91425" wrap="square" tIns="91425">
            <a:noAutofit/>
          </a:bodyPr>
          <a:lstStyle>
            <a:lvl1pPr lvl="0" algn="ctr">
              <a:spcBef>
                <a:spcPts val="0"/>
              </a:spcBef>
              <a:spcAft>
                <a:spcPts val="0"/>
              </a:spcAft>
              <a:buSzPts val="8500"/>
              <a:buNone/>
              <a:defRPr sz="8000">
                <a:solidFill>
                  <a:srgbClr val="101122"/>
                </a:solidFill>
              </a:defRPr>
            </a:lvl1pPr>
            <a:lvl2pPr lvl="1" algn="ctr">
              <a:spcBef>
                <a:spcPts val="0"/>
              </a:spcBef>
              <a:spcAft>
                <a:spcPts val="0"/>
              </a:spcAft>
              <a:buSzPts val="8500"/>
              <a:buNone/>
              <a:defRPr sz="8500"/>
            </a:lvl2pPr>
            <a:lvl3pPr lvl="2" algn="ctr">
              <a:spcBef>
                <a:spcPts val="0"/>
              </a:spcBef>
              <a:spcAft>
                <a:spcPts val="0"/>
              </a:spcAft>
              <a:buSzPts val="8500"/>
              <a:buNone/>
              <a:defRPr sz="8500"/>
            </a:lvl3pPr>
            <a:lvl4pPr lvl="3" algn="ctr">
              <a:spcBef>
                <a:spcPts val="0"/>
              </a:spcBef>
              <a:spcAft>
                <a:spcPts val="0"/>
              </a:spcAft>
              <a:buSzPts val="8500"/>
              <a:buNone/>
              <a:defRPr sz="8500"/>
            </a:lvl4pPr>
            <a:lvl5pPr lvl="4" algn="ctr">
              <a:spcBef>
                <a:spcPts val="0"/>
              </a:spcBef>
              <a:spcAft>
                <a:spcPts val="0"/>
              </a:spcAft>
              <a:buSzPts val="8500"/>
              <a:buNone/>
              <a:defRPr sz="8500"/>
            </a:lvl5pPr>
            <a:lvl6pPr lvl="5" algn="ctr">
              <a:spcBef>
                <a:spcPts val="0"/>
              </a:spcBef>
              <a:spcAft>
                <a:spcPts val="0"/>
              </a:spcAft>
              <a:buSzPts val="8500"/>
              <a:buNone/>
              <a:defRPr sz="8500"/>
            </a:lvl6pPr>
            <a:lvl7pPr lvl="6" algn="ctr">
              <a:spcBef>
                <a:spcPts val="0"/>
              </a:spcBef>
              <a:spcAft>
                <a:spcPts val="0"/>
              </a:spcAft>
              <a:buSzPts val="8500"/>
              <a:buNone/>
              <a:defRPr sz="8500"/>
            </a:lvl7pPr>
            <a:lvl8pPr lvl="7" algn="ctr">
              <a:spcBef>
                <a:spcPts val="0"/>
              </a:spcBef>
              <a:spcAft>
                <a:spcPts val="0"/>
              </a:spcAft>
              <a:buSzPts val="8500"/>
              <a:buNone/>
              <a:defRPr sz="8500"/>
            </a:lvl8pPr>
            <a:lvl9pPr lvl="8" algn="ctr">
              <a:spcBef>
                <a:spcPts val="0"/>
              </a:spcBef>
              <a:spcAft>
                <a:spcPts val="0"/>
              </a:spcAft>
              <a:buSzPts val="8500"/>
              <a:buNone/>
              <a:defRPr sz="8500"/>
            </a:lvl9pPr>
          </a:lstStyle>
          <a:p>
            <a:r>
              <a:t>xx%</a:t>
            </a:r>
          </a:p>
        </p:txBody>
      </p:sp>
      <p:sp>
        <p:nvSpPr>
          <p:cNvPr id="69" name="Google Shape;69;p11"/>
          <p:cNvSpPr txBox="1"/>
          <p:nvPr>
            <p:ph idx="1" type="subTitle"/>
          </p:nvPr>
        </p:nvSpPr>
        <p:spPr>
          <a:xfrm>
            <a:off x="1284000" y="3255175"/>
            <a:ext cx="6576000" cy="44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70" name="Shape 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1" name="Shape 71"/>
        <p:cNvGrpSpPr/>
        <p:nvPr/>
      </p:nvGrpSpPr>
      <p:grpSpPr>
        <a:xfrm>
          <a:off x="0" y="0"/>
          <a:ext cx="0" cy="0"/>
          <a:chOff x="0" y="0"/>
          <a:chExt cx="0" cy="0"/>
        </a:xfrm>
      </p:grpSpPr>
      <p:sp>
        <p:nvSpPr>
          <p:cNvPr id="72" name="Google Shape;72;p13"/>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3" name="Google Shape;73;p13"/>
          <p:cNvSpPr txBox="1"/>
          <p:nvPr>
            <p:ph hasCustomPrompt="1" idx="2" type="title"/>
          </p:nvPr>
        </p:nvSpPr>
        <p:spPr>
          <a:xfrm>
            <a:off x="813050" y="1559125"/>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74" name="Google Shape;74;p13"/>
          <p:cNvSpPr txBox="1"/>
          <p:nvPr>
            <p:ph idx="1" type="subTitle"/>
          </p:nvPr>
        </p:nvSpPr>
        <p:spPr>
          <a:xfrm>
            <a:off x="715100" y="2153950"/>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5" name="Google Shape;75;p13"/>
          <p:cNvSpPr txBox="1"/>
          <p:nvPr>
            <p:ph hasCustomPrompt="1" idx="3" type="title"/>
          </p:nvPr>
        </p:nvSpPr>
        <p:spPr>
          <a:xfrm>
            <a:off x="3352238" y="1559125"/>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76" name="Google Shape;76;p13"/>
          <p:cNvSpPr txBox="1"/>
          <p:nvPr>
            <p:ph idx="4" type="subTitle"/>
          </p:nvPr>
        </p:nvSpPr>
        <p:spPr>
          <a:xfrm>
            <a:off x="3254288" y="2152525"/>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 name="Google Shape;77;p13"/>
          <p:cNvSpPr txBox="1"/>
          <p:nvPr>
            <p:ph hasCustomPrompt="1" idx="5" type="title"/>
          </p:nvPr>
        </p:nvSpPr>
        <p:spPr>
          <a:xfrm>
            <a:off x="804988" y="3090200"/>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78" name="Google Shape;78;p13"/>
          <p:cNvSpPr txBox="1"/>
          <p:nvPr>
            <p:ph idx="6" type="subTitle"/>
          </p:nvPr>
        </p:nvSpPr>
        <p:spPr>
          <a:xfrm>
            <a:off x="719163" y="3673250"/>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13"/>
          <p:cNvSpPr txBox="1"/>
          <p:nvPr>
            <p:ph hasCustomPrompt="1" idx="7" type="title"/>
          </p:nvPr>
        </p:nvSpPr>
        <p:spPr>
          <a:xfrm>
            <a:off x="3347638" y="3090200"/>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0" name="Google Shape;80;p13"/>
          <p:cNvSpPr txBox="1"/>
          <p:nvPr>
            <p:ph idx="8" type="subTitle"/>
          </p:nvPr>
        </p:nvSpPr>
        <p:spPr>
          <a:xfrm>
            <a:off x="3258363" y="3673250"/>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 name="Google Shape;81;p13"/>
          <p:cNvSpPr txBox="1"/>
          <p:nvPr>
            <p:ph idx="9" type="subTitle"/>
          </p:nvPr>
        </p:nvSpPr>
        <p:spPr>
          <a:xfrm>
            <a:off x="1410350" y="1559125"/>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 name="Google Shape;82;p13"/>
          <p:cNvSpPr txBox="1"/>
          <p:nvPr>
            <p:ph idx="13" type="subTitle"/>
          </p:nvPr>
        </p:nvSpPr>
        <p:spPr>
          <a:xfrm>
            <a:off x="3950738" y="1559125"/>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 name="Google Shape;83;p13"/>
          <p:cNvSpPr txBox="1"/>
          <p:nvPr>
            <p:ph idx="14" type="subTitle"/>
          </p:nvPr>
        </p:nvSpPr>
        <p:spPr>
          <a:xfrm>
            <a:off x="1405738" y="3090200"/>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4" name="Google Shape;84;p13"/>
          <p:cNvSpPr txBox="1"/>
          <p:nvPr>
            <p:ph idx="15" type="subTitle"/>
          </p:nvPr>
        </p:nvSpPr>
        <p:spPr>
          <a:xfrm>
            <a:off x="3944938" y="3090200"/>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5" name="Google Shape;85;p13"/>
          <p:cNvSpPr txBox="1"/>
          <p:nvPr>
            <p:ph hasCustomPrompt="1" idx="16" type="title"/>
          </p:nvPr>
        </p:nvSpPr>
        <p:spPr>
          <a:xfrm>
            <a:off x="5891438" y="1559125"/>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6" name="Google Shape;86;p13"/>
          <p:cNvSpPr txBox="1"/>
          <p:nvPr>
            <p:ph idx="17" type="subTitle"/>
          </p:nvPr>
        </p:nvSpPr>
        <p:spPr>
          <a:xfrm>
            <a:off x="5799900" y="2152525"/>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7" name="Google Shape;87;p13"/>
          <p:cNvSpPr txBox="1"/>
          <p:nvPr>
            <p:ph hasCustomPrompt="1" idx="18" type="title"/>
          </p:nvPr>
        </p:nvSpPr>
        <p:spPr>
          <a:xfrm>
            <a:off x="5886838" y="3090200"/>
            <a:ext cx="597300" cy="593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b="1"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8" name="Google Shape;88;p13"/>
          <p:cNvSpPr txBox="1"/>
          <p:nvPr>
            <p:ph idx="19" type="subTitle"/>
          </p:nvPr>
        </p:nvSpPr>
        <p:spPr>
          <a:xfrm>
            <a:off x="5796363" y="3673250"/>
            <a:ext cx="2538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9" name="Google Shape;89;p13"/>
          <p:cNvSpPr txBox="1"/>
          <p:nvPr>
            <p:ph idx="20" type="subTitle"/>
          </p:nvPr>
        </p:nvSpPr>
        <p:spPr>
          <a:xfrm>
            <a:off x="6488200" y="1559125"/>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0" name="Google Shape;90;p13"/>
          <p:cNvSpPr txBox="1"/>
          <p:nvPr>
            <p:ph idx="21" type="subTitle"/>
          </p:nvPr>
        </p:nvSpPr>
        <p:spPr>
          <a:xfrm>
            <a:off x="6484138" y="3090200"/>
            <a:ext cx="1940700" cy="593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1" name="Google Shape;91;p13"/>
          <p:cNvSpPr/>
          <p:nvPr/>
        </p:nvSpPr>
        <p:spPr>
          <a:xfrm>
            <a:off x="959850" y="-2267500"/>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959850" y="4668300"/>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1831947" y="129996"/>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8098347" y="496447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5" name="Shape 95"/>
        <p:cNvGrpSpPr/>
        <p:nvPr/>
      </p:nvGrpSpPr>
      <p:grpSpPr>
        <a:xfrm>
          <a:off x="0" y="0"/>
          <a:ext cx="0" cy="0"/>
          <a:chOff x="0" y="0"/>
          <a:chExt cx="0" cy="0"/>
        </a:xfrm>
      </p:grpSpPr>
      <p:sp>
        <p:nvSpPr>
          <p:cNvPr id="96" name="Google Shape;96;p14"/>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7" name="Google Shape;97;p14"/>
          <p:cNvSpPr/>
          <p:nvPr/>
        </p:nvSpPr>
        <p:spPr>
          <a:xfrm rot="654462">
            <a:off x="6471773" y="3274495"/>
            <a:ext cx="2430409" cy="2224834"/>
          </a:xfrm>
          <a:prstGeom prst="arc">
            <a:avLst>
              <a:gd fmla="val 18943264" name="adj1"/>
              <a:gd fmla="val 236312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flipH="1" rot="2838442">
            <a:off x="8518935" y="3605472"/>
            <a:ext cx="173877" cy="173877"/>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flipH="1" rot="10800000">
            <a:off x="295277" y="905500"/>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flipH="1" rot="10800000">
            <a:off x="447676" y="819702"/>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4"/>
          <p:cNvCxnSpPr/>
          <p:nvPr/>
        </p:nvCxnSpPr>
        <p:spPr>
          <a:xfrm rot="10800000">
            <a:off x="295275" y="375178"/>
            <a:ext cx="1097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BODY_1">
    <p:spTree>
      <p:nvGrpSpPr>
        <p:cNvPr id="102" name="Shape 102"/>
        <p:cNvGrpSpPr/>
        <p:nvPr/>
      </p:nvGrpSpPr>
      <p:grpSpPr>
        <a:xfrm>
          <a:off x="0" y="0"/>
          <a:ext cx="0" cy="0"/>
          <a:chOff x="0" y="0"/>
          <a:chExt cx="0" cy="0"/>
        </a:xfrm>
      </p:grpSpPr>
      <p:sp>
        <p:nvSpPr>
          <p:cNvPr id="103" name="Google Shape;103;p15"/>
          <p:cNvSpPr txBox="1"/>
          <p:nvPr>
            <p:ph type="title"/>
          </p:nvPr>
        </p:nvSpPr>
        <p:spPr>
          <a:xfrm>
            <a:off x="720000" y="1433675"/>
            <a:ext cx="3489300" cy="12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 name="Google Shape;104;p15"/>
          <p:cNvSpPr txBox="1"/>
          <p:nvPr>
            <p:ph idx="1" type="body"/>
          </p:nvPr>
        </p:nvSpPr>
        <p:spPr>
          <a:xfrm>
            <a:off x="720000" y="2632525"/>
            <a:ext cx="2655300" cy="1077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hlink"/>
              </a:buClr>
              <a:buSzPts val="1400"/>
              <a:buFont typeface="Anaheim"/>
              <a:buChar char="●"/>
              <a:defRPr/>
            </a:lvl1pPr>
            <a:lvl2pPr indent="-304800" lvl="1" marL="914400" rtl="0">
              <a:lnSpc>
                <a:spcPct val="100000"/>
              </a:lnSpc>
              <a:spcBef>
                <a:spcPts val="0"/>
              </a:spcBef>
              <a:spcAft>
                <a:spcPts val="0"/>
              </a:spcAft>
              <a:buClr>
                <a:schemeClr val="hlink"/>
              </a:buClr>
              <a:buSzPts val="1200"/>
              <a:buFont typeface="Anaheim"/>
              <a:buChar char="○"/>
              <a:defRPr/>
            </a:lvl2pPr>
            <a:lvl3pPr indent="-304800" lvl="2" marL="1371600" rtl="0">
              <a:lnSpc>
                <a:spcPct val="100000"/>
              </a:lnSpc>
              <a:spcBef>
                <a:spcPts val="0"/>
              </a:spcBef>
              <a:spcAft>
                <a:spcPts val="0"/>
              </a:spcAft>
              <a:buClr>
                <a:schemeClr val="hlink"/>
              </a:buClr>
              <a:buSzPts val="1200"/>
              <a:buFont typeface="Anaheim"/>
              <a:buChar char="■"/>
              <a:defRPr/>
            </a:lvl3pPr>
            <a:lvl4pPr indent="-304800" lvl="3" marL="1828800" rtl="0">
              <a:lnSpc>
                <a:spcPct val="100000"/>
              </a:lnSpc>
              <a:spcBef>
                <a:spcPts val="0"/>
              </a:spcBef>
              <a:spcAft>
                <a:spcPts val="0"/>
              </a:spcAft>
              <a:buClr>
                <a:schemeClr val="hlink"/>
              </a:buClr>
              <a:buSzPts val="1200"/>
              <a:buFont typeface="Anaheim"/>
              <a:buChar char="●"/>
              <a:defRPr/>
            </a:lvl4pPr>
            <a:lvl5pPr indent="-304800" lvl="4" marL="2286000" rtl="0">
              <a:lnSpc>
                <a:spcPct val="100000"/>
              </a:lnSpc>
              <a:spcBef>
                <a:spcPts val="0"/>
              </a:spcBef>
              <a:spcAft>
                <a:spcPts val="0"/>
              </a:spcAft>
              <a:buClr>
                <a:schemeClr val="hlink"/>
              </a:buClr>
              <a:buSzPts val="1200"/>
              <a:buFont typeface="Anaheim"/>
              <a:buChar char="○"/>
              <a:defRPr/>
            </a:lvl5pPr>
            <a:lvl6pPr indent="-304800" lvl="5" marL="2743200" rtl="0">
              <a:lnSpc>
                <a:spcPct val="100000"/>
              </a:lnSpc>
              <a:spcBef>
                <a:spcPts val="0"/>
              </a:spcBef>
              <a:spcAft>
                <a:spcPts val="0"/>
              </a:spcAft>
              <a:buClr>
                <a:schemeClr val="hlink"/>
              </a:buClr>
              <a:buSzPts val="1200"/>
              <a:buFont typeface="Anaheim"/>
              <a:buChar char="■"/>
              <a:defRPr/>
            </a:lvl6pPr>
            <a:lvl7pPr indent="-304800" lvl="6" marL="3200400" rtl="0">
              <a:lnSpc>
                <a:spcPct val="100000"/>
              </a:lnSpc>
              <a:spcBef>
                <a:spcPts val="0"/>
              </a:spcBef>
              <a:spcAft>
                <a:spcPts val="0"/>
              </a:spcAft>
              <a:buClr>
                <a:schemeClr val="hlink"/>
              </a:buClr>
              <a:buSzPts val="1200"/>
              <a:buFont typeface="Anaheim"/>
              <a:buChar char="●"/>
              <a:defRPr/>
            </a:lvl7pPr>
            <a:lvl8pPr indent="-304800" lvl="7" marL="3657600" rtl="0">
              <a:lnSpc>
                <a:spcPct val="100000"/>
              </a:lnSpc>
              <a:spcBef>
                <a:spcPts val="0"/>
              </a:spcBef>
              <a:spcAft>
                <a:spcPts val="0"/>
              </a:spcAft>
              <a:buClr>
                <a:schemeClr val="hlink"/>
              </a:buClr>
              <a:buSzPts val="1200"/>
              <a:buFont typeface="Anaheim"/>
              <a:buChar char="○"/>
              <a:defRPr/>
            </a:lvl8pPr>
            <a:lvl9pPr indent="-304800" lvl="8" marL="4114800" rtl="0">
              <a:lnSpc>
                <a:spcPct val="100000"/>
              </a:lnSpc>
              <a:spcBef>
                <a:spcPts val="0"/>
              </a:spcBef>
              <a:spcAft>
                <a:spcPts val="0"/>
              </a:spcAft>
              <a:buClr>
                <a:schemeClr val="hlink"/>
              </a:buClr>
              <a:buSzPts val="1200"/>
              <a:buFont typeface="Anaheim"/>
              <a:buChar char="■"/>
              <a:defRPr/>
            </a:lvl9pPr>
          </a:lstStyle>
          <a:p/>
        </p:txBody>
      </p:sp>
      <p:sp>
        <p:nvSpPr>
          <p:cNvPr id="105" name="Google Shape;105;p15"/>
          <p:cNvSpPr/>
          <p:nvPr/>
        </p:nvSpPr>
        <p:spPr>
          <a:xfrm rot="-5400000">
            <a:off x="6349125" y="1133175"/>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rot="-5400000">
            <a:off x="8556971" y="327753"/>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_2">
    <p:spTree>
      <p:nvGrpSpPr>
        <p:cNvPr id="107" name="Shape 107"/>
        <p:cNvGrpSpPr/>
        <p:nvPr/>
      </p:nvGrpSpPr>
      <p:grpSpPr>
        <a:xfrm>
          <a:off x="0" y="0"/>
          <a:ext cx="0" cy="0"/>
          <a:chOff x="0" y="0"/>
          <a:chExt cx="0" cy="0"/>
        </a:xfrm>
      </p:grpSpPr>
      <p:sp>
        <p:nvSpPr>
          <p:cNvPr id="108" name="Google Shape;108;p16"/>
          <p:cNvSpPr txBox="1"/>
          <p:nvPr>
            <p:ph type="title"/>
          </p:nvPr>
        </p:nvSpPr>
        <p:spPr>
          <a:xfrm>
            <a:off x="4939600" y="1654663"/>
            <a:ext cx="34893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09" name="Google Shape;109;p16"/>
          <p:cNvSpPr txBox="1"/>
          <p:nvPr>
            <p:ph idx="1" type="body"/>
          </p:nvPr>
        </p:nvSpPr>
        <p:spPr>
          <a:xfrm>
            <a:off x="4939600" y="2454638"/>
            <a:ext cx="3489300" cy="920400"/>
          </a:xfrm>
          <a:prstGeom prst="rect">
            <a:avLst/>
          </a:prstGeom>
        </p:spPr>
        <p:txBody>
          <a:bodyPr anchorCtr="0" anchor="t" bIns="91425" lIns="91425" spcFirstLastPara="1" rIns="91425" wrap="square" tIns="91425">
            <a:noAutofit/>
          </a:bodyPr>
          <a:lstStyle>
            <a:lvl1pPr indent="-317500" lvl="0" marL="457200" rtl="0" algn="r">
              <a:lnSpc>
                <a:spcPct val="100000"/>
              </a:lnSpc>
              <a:spcBef>
                <a:spcPts val="0"/>
              </a:spcBef>
              <a:spcAft>
                <a:spcPts val="0"/>
              </a:spcAft>
              <a:buClr>
                <a:schemeClr val="hlink"/>
              </a:buClr>
              <a:buSzPts val="1400"/>
              <a:buFont typeface="Anaheim"/>
              <a:buChar char="●"/>
              <a:defRPr/>
            </a:lvl1pPr>
            <a:lvl2pPr indent="-304800" lvl="1" marL="914400" rtl="0" algn="r">
              <a:lnSpc>
                <a:spcPct val="100000"/>
              </a:lnSpc>
              <a:spcBef>
                <a:spcPts val="0"/>
              </a:spcBef>
              <a:spcAft>
                <a:spcPts val="0"/>
              </a:spcAft>
              <a:buClr>
                <a:schemeClr val="hlink"/>
              </a:buClr>
              <a:buSzPts val="1200"/>
              <a:buFont typeface="Anaheim"/>
              <a:buChar char="○"/>
              <a:defRPr/>
            </a:lvl2pPr>
            <a:lvl3pPr indent="-304800" lvl="2" marL="1371600" rtl="0" algn="r">
              <a:lnSpc>
                <a:spcPct val="100000"/>
              </a:lnSpc>
              <a:spcBef>
                <a:spcPts val="0"/>
              </a:spcBef>
              <a:spcAft>
                <a:spcPts val="0"/>
              </a:spcAft>
              <a:buClr>
                <a:schemeClr val="hlink"/>
              </a:buClr>
              <a:buSzPts val="1200"/>
              <a:buFont typeface="Anaheim"/>
              <a:buChar char="■"/>
              <a:defRPr/>
            </a:lvl3pPr>
            <a:lvl4pPr indent="-304800" lvl="3" marL="1828800" rtl="0" algn="r">
              <a:lnSpc>
                <a:spcPct val="100000"/>
              </a:lnSpc>
              <a:spcBef>
                <a:spcPts val="0"/>
              </a:spcBef>
              <a:spcAft>
                <a:spcPts val="0"/>
              </a:spcAft>
              <a:buClr>
                <a:schemeClr val="hlink"/>
              </a:buClr>
              <a:buSzPts val="1200"/>
              <a:buFont typeface="Anaheim"/>
              <a:buChar char="●"/>
              <a:defRPr/>
            </a:lvl4pPr>
            <a:lvl5pPr indent="-304800" lvl="4" marL="2286000" rtl="0" algn="r">
              <a:lnSpc>
                <a:spcPct val="100000"/>
              </a:lnSpc>
              <a:spcBef>
                <a:spcPts val="0"/>
              </a:spcBef>
              <a:spcAft>
                <a:spcPts val="0"/>
              </a:spcAft>
              <a:buClr>
                <a:schemeClr val="hlink"/>
              </a:buClr>
              <a:buSzPts val="1200"/>
              <a:buFont typeface="Anaheim"/>
              <a:buChar char="○"/>
              <a:defRPr/>
            </a:lvl5pPr>
            <a:lvl6pPr indent="-304800" lvl="5" marL="2743200" rtl="0" algn="r">
              <a:lnSpc>
                <a:spcPct val="100000"/>
              </a:lnSpc>
              <a:spcBef>
                <a:spcPts val="0"/>
              </a:spcBef>
              <a:spcAft>
                <a:spcPts val="0"/>
              </a:spcAft>
              <a:buClr>
                <a:schemeClr val="hlink"/>
              </a:buClr>
              <a:buSzPts val="1200"/>
              <a:buFont typeface="Anaheim"/>
              <a:buChar char="■"/>
              <a:defRPr/>
            </a:lvl6pPr>
            <a:lvl7pPr indent="-304800" lvl="6" marL="3200400" rtl="0" algn="r">
              <a:lnSpc>
                <a:spcPct val="100000"/>
              </a:lnSpc>
              <a:spcBef>
                <a:spcPts val="0"/>
              </a:spcBef>
              <a:spcAft>
                <a:spcPts val="0"/>
              </a:spcAft>
              <a:buClr>
                <a:schemeClr val="hlink"/>
              </a:buClr>
              <a:buSzPts val="1200"/>
              <a:buFont typeface="Anaheim"/>
              <a:buChar char="●"/>
              <a:defRPr/>
            </a:lvl7pPr>
            <a:lvl8pPr indent="-304800" lvl="7" marL="3657600" rtl="0" algn="r">
              <a:lnSpc>
                <a:spcPct val="100000"/>
              </a:lnSpc>
              <a:spcBef>
                <a:spcPts val="0"/>
              </a:spcBef>
              <a:spcAft>
                <a:spcPts val="0"/>
              </a:spcAft>
              <a:buClr>
                <a:schemeClr val="hlink"/>
              </a:buClr>
              <a:buSzPts val="1200"/>
              <a:buFont typeface="Anaheim"/>
              <a:buChar char="○"/>
              <a:defRPr/>
            </a:lvl8pPr>
            <a:lvl9pPr indent="-304800" lvl="8" marL="4114800" rtl="0" algn="r">
              <a:lnSpc>
                <a:spcPct val="100000"/>
              </a:lnSpc>
              <a:spcBef>
                <a:spcPts val="0"/>
              </a:spcBef>
              <a:spcAft>
                <a:spcPts val="0"/>
              </a:spcAft>
              <a:buClr>
                <a:schemeClr val="hlink"/>
              </a:buClr>
              <a:buSzPts val="1200"/>
              <a:buFont typeface="Anaheim"/>
              <a:buChar char="■"/>
              <a:defRPr/>
            </a:lvl9pPr>
          </a:lstStyle>
          <a:p/>
        </p:txBody>
      </p:sp>
      <p:sp>
        <p:nvSpPr>
          <p:cNvPr id="110" name="Google Shape;110;p16"/>
          <p:cNvSpPr/>
          <p:nvPr/>
        </p:nvSpPr>
        <p:spPr>
          <a:xfrm flipH="1" rot="5400000">
            <a:off x="-4357104" y="1133175"/>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flipH="1" rot="5400000">
            <a:off x="573550" y="327753"/>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spTree>
      <p:nvGrpSpPr>
        <p:cNvPr id="112" name="Shape 112"/>
        <p:cNvGrpSpPr/>
        <p:nvPr/>
      </p:nvGrpSpPr>
      <p:grpSpPr>
        <a:xfrm>
          <a:off x="0" y="0"/>
          <a:ext cx="0" cy="0"/>
          <a:chOff x="0" y="0"/>
          <a:chExt cx="0" cy="0"/>
        </a:xfrm>
      </p:grpSpPr>
      <p:sp>
        <p:nvSpPr>
          <p:cNvPr id="113" name="Google Shape;113;p17"/>
          <p:cNvSpPr txBox="1"/>
          <p:nvPr>
            <p:ph type="title"/>
          </p:nvPr>
        </p:nvSpPr>
        <p:spPr>
          <a:xfrm>
            <a:off x="768650" y="1261275"/>
            <a:ext cx="3559500" cy="1762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4" name="Google Shape;114;p17"/>
          <p:cNvSpPr txBox="1"/>
          <p:nvPr>
            <p:ph idx="1" type="body"/>
          </p:nvPr>
        </p:nvSpPr>
        <p:spPr>
          <a:xfrm>
            <a:off x="768650" y="3064725"/>
            <a:ext cx="3559500" cy="1543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hlink"/>
              </a:buClr>
              <a:buSzPts val="1400"/>
              <a:buFont typeface="Anaheim"/>
              <a:buChar char="●"/>
              <a:defRPr/>
            </a:lvl1pPr>
            <a:lvl2pPr indent="-304800" lvl="1" marL="914400" rtl="0">
              <a:lnSpc>
                <a:spcPct val="100000"/>
              </a:lnSpc>
              <a:spcBef>
                <a:spcPts val="0"/>
              </a:spcBef>
              <a:spcAft>
                <a:spcPts val="0"/>
              </a:spcAft>
              <a:buClr>
                <a:schemeClr val="hlink"/>
              </a:buClr>
              <a:buSzPts val="1200"/>
              <a:buFont typeface="Anaheim"/>
              <a:buChar char="○"/>
              <a:defRPr/>
            </a:lvl2pPr>
            <a:lvl3pPr indent="-304800" lvl="2" marL="1371600" rtl="0">
              <a:lnSpc>
                <a:spcPct val="100000"/>
              </a:lnSpc>
              <a:spcBef>
                <a:spcPts val="0"/>
              </a:spcBef>
              <a:spcAft>
                <a:spcPts val="0"/>
              </a:spcAft>
              <a:buClr>
                <a:schemeClr val="hlink"/>
              </a:buClr>
              <a:buSzPts val="1200"/>
              <a:buFont typeface="Anaheim"/>
              <a:buChar char="■"/>
              <a:defRPr/>
            </a:lvl3pPr>
            <a:lvl4pPr indent="-304800" lvl="3" marL="1828800" rtl="0">
              <a:lnSpc>
                <a:spcPct val="100000"/>
              </a:lnSpc>
              <a:spcBef>
                <a:spcPts val="0"/>
              </a:spcBef>
              <a:spcAft>
                <a:spcPts val="0"/>
              </a:spcAft>
              <a:buClr>
                <a:schemeClr val="hlink"/>
              </a:buClr>
              <a:buSzPts val="1200"/>
              <a:buFont typeface="Anaheim"/>
              <a:buChar char="●"/>
              <a:defRPr/>
            </a:lvl4pPr>
            <a:lvl5pPr indent="-304800" lvl="4" marL="2286000" rtl="0">
              <a:lnSpc>
                <a:spcPct val="100000"/>
              </a:lnSpc>
              <a:spcBef>
                <a:spcPts val="0"/>
              </a:spcBef>
              <a:spcAft>
                <a:spcPts val="0"/>
              </a:spcAft>
              <a:buClr>
                <a:schemeClr val="hlink"/>
              </a:buClr>
              <a:buSzPts val="1200"/>
              <a:buFont typeface="Anaheim"/>
              <a:buChar char="○"/>
              <a:defRPr/>
            </a:lvl5pPr>
            <a:lvl6pPr indent="-304800" lvl="5" marL="2743200" rtl="0">
              <a:lnSpc>
                <a:spcPct val="100000"/>
              </a:lnSpc>
              <a:spcBef>
                <a:spcPts val="0"/>
              </a:spcBef>
              <a:spcAft>
                <a:spcPts val="0"/>
              </a:spcAft>
              <a:buClr>
                <a:schemeClr val="hlink"/>
              </a:buClr>
              <a:buSzPts val="1200"/>
              <a:buFont typeface="Anaheim"/>
              <a:buChar char="■"/>
              <a:defRPr/>
            </a:lvl6pPr>
            <a:lvl7pPr indent="-304800" lvl="6" marL="3200400" rtl="0">
              <a:lnSpc>
                <a:spcPct val="100000"/>
              </a:lnSpc>
              <a:spcBef>
                <a:spcPts val="0"/>
              </a:spcBef>
              <a:spcAft>
                <a:spcPts val="0"/>
              </a:spcAft>
              <a:buClr>
                <a:schemeClr val="hlink"/>
              </a:buClr>
              <a:buSzPts val="1200"/>
              <a:buFont typeface="Anaheim"/>
              <a:buChar char="●"/>
              <a:defRPr/>
            </a:lvl7pPr>
            <a:lvl8pPr indent="-304800" lvl="7" marL="3657600" rtl="0">
              <a:lnSpc>
                <a:spcPct val="100000"/>
              </a:lnSpc>
              <a:spcBef>
                <a:spcPts val="0"/>
              </a:spcBef>
              <a:spcAft>
                <a:spcPts val="0"/>
              </a:spcAft>
              <a:buClr>
                <a:schemeClr val="hlink"/>
              </a:buClr>
              <a:buSzPts val="1200"/>
              <a:buFont typeface="Anaheim"/>
              <a:buChar char="○"/>
              <a:defRPr/>
            </a:lvl8pPr>
            <a:lvl9pPr indent="-304800" lvl="8" marL="4114800" rtl="0">
              <a:lnSpc>
                <a:spcPct val="100000"/>
              </a:lnSpc>
              <a:spcBef>
                <a:spcPts val="0"/>
              </a:spcBef>
              <a:spcAft>
                <a:spcPts val="0"/>
              </a:spcAft>
              <a:buClr>
                <a:schemeClr val="hlink"/>
              </a:buClr>
              <a:buSzPts val="1200"/>
              <a:buFont typeface="Anaheim"/>
              <a:buChar char="■"/>
              <a:defRPr/>
            </a:lvl9pPr>
          </a:lstStyle>
          <a:p/>
        </p:txBody>
      </p:sp>
      <p:sp>
        <p:nvSpPr>
          <p:cNvPr id="115" name="Google Shape;115;p17"/>
          <p:cNvSpPr/>
          <p:nvPr>
            <p:ph idx="2" type="pic"/>
          </p:nvPr>
        </p:nvSpPr>
        <p:spPr>
          <a:xfrm>
            <a:off x="5641848" y="539496"/>
            <a:ext cx="2788800" cy="4059900"/>
          </a:xfrm>
          <a:prstGeom prst="round2SameRect">
            <a:avLst>
              <a:gd fmla="val 0" name="adj1"/>
              <a:gd fmla="val 0" name="adj2"/>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_1">
    <p:spTree>
      <p:nvGrpSpPr>
        <p:cNvPr id="116" name="Shape 116"/>
        <p:cNvGrpSpPr/>
        <p:nvPr/>
      </p:nvGrpSpPr>
      <p:grpSpPr>
        <a:xfrm>
          <a:off x="0" y="0"/>
          <a:ext cx="0" cy="0"/>
          <a:chOff x="0" y="0"/>
          <a:chExt cx="0" cy="0"/>
        </a:xfrm>
      </p:grpSpPr>
      <p:sp>
        <p:nvSpPr>
          <p:cNvPr id="117" name="Google Shape;117;p18"/>
          <p:cNvSpPr/>
          <p:nvPr/>
        </p:nvSpPr>
        <p:spPr>
          <a:xfrm>
            <a:off x="8452603" y="4532131"/>
            <a:ext cx="176700" cy="1770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rot="-5400000">
            <a:off x="6349125" y="1133175"/>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p:nvPr/>
        </p:nvSpPr>
        <p:spPr>
          <a:xfrm rot="-5400000">
            <a:off x="8556971" y="327753"/>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txBox="1"/>
          <p:nvPr>
            <p:ph type="title"/>
          </p:nvPr>
        </p:nvSpPr>
        <p:spPr>
          <a:xfrm>
            <a:off x="6050850" y="539500"/>
            <a:ext cx="2402100" cy="11466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1" name="Google Shape;121;p18"/>
          <p:cNvSpPr txBox="1"/>
          <p:nvPr>
            <p:ph idx="1" type="subTitle"/>
          </p:nvPr>
        </p:nvSpPr>
        <p:spPr>
          <a:xfrm>
            <a:off x="6050850" y="1799350"/>
            <a:ext cx="2402100" cy="10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18"/>
          <p:cNvSpPr/>
          <p:nvPr>
            <p:ph idx="2" type="pic"/>
          </p:nvPr>
        </p:nvSpPr>
        <p:spPr>
          <a:xfrm>
            <a:off x="713225" y="554676"/>
            <a:ext cx="2801100" cy="4049400"/>
          </a:xfrm>
          <a:prstGeom prst="rect">
            <a:avLst/>
          </a:prstGeom>
          <a:noFill/>
          <a:ln>
            <a:noFill/>
          </a:ln>
        </p:spPr>
      </p:sp>
      <p:sp>
        <p:nvSpPr>
          <p:cNvPr id="123" name="Google Shape;123;p18"/>
          <p:cNvSpPr/>
          <p:nvPr>
            <p:ph idx="3" type="pic"/>
          </p:nvPr>
        </p:nvSpPr>
        <p:spPr>
          <a:xfrm>
            <a:off x="3671775" y="539500"/>
            <a:ext cx="2304300" cy="2285700"/>
          </a:xfrm>
          <a:prstGeom prst="rect">
            <a:avLst/>
          </a:prstGeom>
          <a:noFill/>
          <a:ln>
            <a:noFill/>
          </a:ln>
        </p:spPr>
      </p:sp>
      <p:sp>
        <p:nvSpPr>
          <p:cNvPr id="124" name="Google Shape;124;p18"/>
          <p:cNvSpPr/>
          <p:nvPr>
            <p:ph idx="4" type="pic"/>
          </p:nvPr>
        </p:nvSpPr>
        <p:spPr>
          <a:xfrm flipH="1">
            <a:off x="3671776" y="2953775"/>
            <a:ext cx="4740300" cy="16503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5" name="Shape 125"/>
        <p:cNvGrpSpPr/>
        <p:nvPr/>
      </p:nvGrpSpPr>
      <p:grpSpPr>
        <a:xfrm>
          <a:off x="0" y="0"/>
          <a:ext cx="0" cy="0"/>
          <a:chOff x="0" y="0"/>
          <a:chExt cx="0" cy="0"/>
        </a:xfrm>
      </p:grpSpPr>
      <p:sp>
        <p:nvSpPr>
          <p:cNvPr id="126" name="Google Shape;126;p19"/>
          <p:cNvSpPr txBox="1"/>
          <p:nvPr>
            <p:ph type="title"/>
          </p:nvPr>
        </p:nvSpPr>
        <p:spPr>
          <a:xfrm>
            <a:off x="715100" y="3210625"/>
            <a:ext cx="6227700" cy="531900"/>
          </a:xfrm>
          <a:prstGeom prst="rect">
            <a:avLst/>
          </a:prstGeom>
          <a:solidFill>
            <a:schemeClr val="dk2"/>
          </a:solidFill>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7" name="Google Shape;127;p19"/>
          <p:cNvSpPr txBox="1"/>
          <p:nvPr>
            <p:ph idx="1" type="subTitle"/>
          </p:nvPr>
        </p:nvSpPr>
        <p:spPr>
          <a:xfrm>
            <a:off x="715100" y="1230325"/>
            <a:ext cx="6227700" cy="1740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128" name="Google Shape;128;p19"/>
          <p:cNvSpPr/>
          <p:nvPr/>
        </p:nvSpPr>
        <p:spPr>
          <a:xfrm>
            <a:off x="256327" y="4184953"/>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408726" y="433735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19"/>
          <p:cNvCxnSpPr/>
          <p:nvPr/>
        </p:nvCxnSpPr>
        <p:spPr>
          <a:xfrm rot="10800000">
            <a:off x="256325" y="4867675"/>
            <a:ext cx="1097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31" name="Shape 131"/>
        <p:cNvGrpSpPr/>
        <p:nvPr/>
      </p:nvGrpSpPr>
      <p:grpSpPr>
        <a:xfrm>
          <a:off x="0" y="0"/>
          <a:ext cx="0" cy="0"/>
          <a:chOff x="0" y="0"/>
          <a:chExt cx="0" cy="0"/>
        </a:xfrm>
      </p:grpSpPr>
      <p:sp>
        <p:nvSpPr>
          <p:cNvPr id="132" name="Google Shape;132;p20"/>
          <p:cNvSpPr txBox="1"/>
          <p:nvPr>
            <p:ph idx="1" type="subTitle"/>
          </p:nvPr>
        </p:nvSpPr>
        <p:spPr>
          <a:xfrm>
            <a:off x="2810925" y="1527350"/>
            <a:ext cx="4782900" cy="45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Font typeface="Albert Sans Medium"/>
              <a:buNone/>
              <a:defRPr sz="2100">
                <a:latin typeface="Albert Sans Medium"/>
                <a:ea typeface="Albert Sans Medium"/>
                <a:cs typeface="Albert Sans Medium"/>
                <a:sym typeface="Albert Sans Medium"/>
              </a:defRPr>
            </a:lvl1pPr>
            <a:lvl2pPr lvl="1"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2pPr>
            <a:lvl3pPr lvl="2"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3pPr>
            <a:lvl4pPr lvl="3"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4pPr>
            <a:lvl5pPr lvl="4"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5pPr>
            <a:lvl6pPr lvl="5"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6pPr>
            <a:lvl7pPr lvl="6"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7pPr>
            <a:lvl8pPr lvl="7"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8pPr>
            <a:lvl9pPr lvl="8"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9pPr>
          </a:lstStyle>
          <a:p/>
        </p:txBody>
      </p:sp>
      <p:sp>
        <p:nvSpPr>
          <p:cNvPr id="133" name="Google Shape;133;p20"/>
          <p:cNvSpPr txBox="1"/>
          <p:nvPr>
            <p:ph idx="2" type="subTitle"/>
          </p:nvPr>
        </p:nvSpPr>
        <p:spPr>
          <a:xfrm>
            <a:off x="2810925" y="3177600"/>
            <a:ext cx="4782900" cy="45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Font typeface="Albert Sans Medium"/>
              <a:buNone/>
              <a:defRPr sz="2100">
                <a:latin typeface="Albert Sans Medium"/>
                <a:ea typeface="Albert Sans Medium"/>
                <a:cs typeface="Albert Sans Medium"/>
                <a:sym typeface="Albert Sans Medium"/>
              </a:defRPr>
            </a:lvl1pPr>
            <a:lvl2pPr lvl="1"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2pPr>
            <a:lvl3pPr lvl="2"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3pPr>
            <a:lvl4pPr lvl="3"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4pPr>
            <a:lvl5pPr lvl="4"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5pPr>
            <a:lvl6pPr lvl="5"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6pPr>
            <a:lvl7pPr lvl="6"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7pPr>
            <a:lvl8pPr lvl="7"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8pPr>
            <a:lvl9pPr lvl="8" rtl="0" algn="ctr">
              <a:lnSpc>
                <a:spcPct val="100000"/>
              </a:lnSpc>
              <a:spcBef>
                <a:spcPts val="0"/>
              </a:spcBef>
              <a:spcAft>
                <a:spcPts val="0"/>
              </a:spcAft>
              <a:buSzPts val="2500"/>
              <a:buFont typeface="Albert Sans Medium"/>
              <a:buNone/>
              <a:defRPr sz="2500">
                <a:latin typeface="Albert Sans Medium"/>
                <a:ea typeface="Albert Sans Medium"/>
                <a:cs typeface="Albert Sans Medium"/>
                <a:sym typeface="Albert Sans Medium"/>
              </a:defRPr>
            </a:lvl9pPr>
          </a:lstStyle>
          <a:p/>
        </p:txBody>
      </p:sp>
      <p:sp>
        <p:nvSpPr>
          <p:cNvPr id="134" name="Google Shape;134;p20"/>
          <p:cNvSpPr txBox="1"/>
          <p:nvPr>
            <p:ph idx="3" type="subTitle"/>
          </p:nvPr>
        </p:nvSpPr>
        <p:spPr>
          <a:xfrm>
            <a:off x="2810929" y="1977900"/>
            <a:ext cx="4782900" cy="864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135" name="Google Shape;135;p20"/>
          <p:cNvSpPr txBox="1"/>
          <p:nvPr>
            <p:ph idx="4" type="subTitle"/>
          </p:nvPr>
        </p:nvSpPr>
        <p:spPr>
          <a:xfrm>
            <a:off x="2810929" y="3628200"/>
            <a:ext cx="4782900" cy="864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136" name="Google Shape;136;p20"/>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37" name="Shape 137"/>
        <p:cNvGrpSpPr/>
        <p:nvPr/>
      </p:nvGrpSpPr>
      <p:grpSpPr>
        <a:xfrm>
          <a:off x="0" y="0"/>
          <a:ext cx="0" cy="0"/>
          <a:chOff x="0" y="0"/>
          <a:chExt cx="0" cy="0"/>
        </a:xfrm>
      </p:grpSpPr>
      <p:sp>
        <p:nvSpPr>
          <p:cNvPr id="138" name="Google Shape;138;p21"/>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9" name="Google Shape;139;p21"/>
          <p:cNvSpPr txBox="1"/>
          <p:nvPr>
            <p:ph idx="1" type="subTitle"/>
          </p:nvPr>
        </p:nvSpPr>
        <p:spPr>
          <a:xfrm>
            <a:off x="720000" y="2669863"/>
            <a:ext cx="2531400" cy="4896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40" name="Google Shape;140;p21"/>
          <p:cNvSpPr txBox="1"/>
          <p:nvPr>
            <p:ph idx="2" type="subTitle"/>
          </p:nvPr>
        </p:nvSpPr>
        <p:spPr>
          <a:xfrm>
            <a:off x="720000" y="3108463"/>
            <a:ext cx="2531400" cy="7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21"/>
          <p:cNvSpPr txBox="1"/>
          <p:nvPr>
            <p:ph idx="3" type="subTitle"/>
          </p:nvPr>
        </p:nvSpPr>
        <p:spPr>
          <a:xfrm>
            <a:off x="3306355" y="3108463"/>
            <a:ext cx="2531400" cy="7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1"/>
          <p:cNvSpPr txBox="1"/>
          <p:nvPr>
            <p:ph idx="4" type="subTitle"/>
          </p:nvPr>
        </p:nvSpPr>
        <p:spPr>
          <a:xfrm>
            <a:off x="5892709" y="3108463"/>
            <a:ext cx="2531400" cy="7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3" name="Google Shape;143;p21"/>
          <p:cNvSpPr txBox="1"/>
          <p:nvPr>
            <p:ph idx="5" type="subTitle"/>
          </p:nvPr>
        </p:nvSpPr>
        <p:spPr>
          <a:xfrm>
            <a:off x="3306355" y="2669863"/>
            <a:ext cx="2531400" cy="4896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44" name="Google Shape;144;p21"/>
          <p:cNvSpPr txBox="1"/>
          <p:nvPr>
            <p:ph idx="6" type="subTitle"/>
          </p:nvPr>
        </p:nvSpPr>
        <p:spPr>
          <a:xfrm>
            <a:off x="5892709" y="2669863"/>
            <a:ext cx="2531400" cy="4896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45" name="Google Shape;145;p21"/>
          <p:cNvSpPr/>
          <p:nvPr/>
        </p:nvSpPr>
        <p:spPr>
          <a:xfrm rot="10800000">
            <a:off x="8510169" y="-318200"/>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1"/>
          <p:cNvSpPr/>
          <p:nvPr/>
        </p:nvSpPr>
        <p:spPr>
          <a:xfrm rot="-10567992">
            <a:off x="8429653" y="157679"/>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a:off x="8865847" y="39672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a:off x="256327" y="4184953"/>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1"/>
          <p:cNvSpPr/>
          <p:nvPr/>
        </p:nvSpPr>
        <p:spPr>
          <a:xfrm>
            <a:off x="408726" y="433735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0" name="Google Shape;150;p21"/>
          <p:cNvCxnSpPr/>
          <p:nvPr/>
        </p:nvCxnSpPr>
        <p:spPr>
          <a:xfrm rot="10800000">
            <a:off x="256325" y="4867675"/>
            <a:ext cx="10977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51" name="Shape 151"/>
        <p:cNvGrpSpPr/>
        <p:nvPr/>
      </p:nvGrpSpPr>
      <p:grpSpPr>
        <a:xfrm>
          <a:off x="0" y="0"/>
          <a:ext cx="0" cy="0"/>
          <a:chOff x="0" y="0"/>
          <a:chExt cx="0" cy="0"/>
        </a:xfrm>
      </p:grpSpPr>
      <p:sp>
        <p:nvSpPr>
          <p:cNvPr id="152" name="Google Shape;152;p22"/>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3" name="Google Shape;153;p22"/>
          <p:cNvSpPr txBox="1"/>
          <p:nvPr>
            <p:ph idx="1" type="subTitle"/>
          </p:nvPr>
        </p:nvSpPr>
        <p:spPr>
          <a:xfrm>
            <a:off x="3277700" y="1357475"/>
            <a:ext cx="4046100" cy="526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
        <p:nvSpPr>
          <p:cNvPr id="154" name="Google Shape;154;p22"/>
          <p:cNvSpPr txBox="1"/>
          <p:nvPr>
            <p:ph idx="2" type="subTitle"/>
          </p:nvPr>
        </p:nvSpPr>
        <p:spPr>
          <a:xfrm>
            <a:off x="3277700" y="2500972"/>
            <a:ext cx="4046100" cy="526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
        <p:nvSpPr>
          <p:cNvPr id="155" name="Google Shape;155;p22"/>
          <p:cNvSpPr txBox="1"/>
          <p:nvPr>
            <p:ph idx="3" type="subTitle"/>
          </p:nvPr>
        </p:nvSpPr>
        <p:spPr>
          <a:xfrm>
            <a:off x="3277700" y="3644468"/>
            <a:ext cx="4046100" cy="526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
        <p:nvSpPr>
          <p:cNvPr id="156" name="Google Shape;156;p22"/>
          <p:cNvSpPr txBox="1"/>
          <p:nvPr>
            <p:ph idx="4" type="subTitle"/>
          </p:nvPr>
        </p:nvSpPr>
        <p:spPr>
          <a:xfrm>
            <a:off x="3277700" y="1801650"/>
            <a:ext cx="4046100" cy="4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22"/>
          <p:cNvSpPr txBox="1"/>
          <p:nvPr>
            <p:ph idx="5" type="subTitle"/>
          </p:nvPr>
        </p:nvSpPr>
        <p:spPr>
          <a:xfrm>
            <a:off x="3277700" y="2945150"/>
            <a:ext cx="4046100" cy="4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22"/>
          <p:cNvSpPr txBox="1"/>
          <p:nvPr>
            <p:ph idx="6" type="subTitle"/>
          </p:nvPr>
        </p:nvSpPr>
        <p:spPr>
          <a:xfrm>
            <a:off x="3277700" y="4088650"/>
            <a:ext cx="4046100" cy="4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22"/>
          <p:cNvSpPr/>
          <p:nvPr/>
        </p:nvSpPr>
        <p:spPr>
          <a:xfrm rot="10800000">
            <a:off x="8510169" y="-318200"/>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2"/>
          <p:cNvSpPr/>
          <p:nvPr/>
        </p:nvSpPr>
        <p:spPr>
          <a:xfrm rot="-10567992">
            <a:off x="8429653" y="157679"/>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p:nvPr/>
        </p:nvSpPr>
        <p:spPr>
          <a:xfrm>
            <a:off x="8865847" y="39672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
    <p:spTree>
      <p:nvGrpSpPr>
        <p:cNvPr id="162" name="Shape 162"/>
        <p:cNvGrpSpPr/>
        <p:nvPr/>
      </p:nvGrpSpPr>
      <p:grpSpPr>
        <a:xfrm>
          <a:off x="0" y="0"/>
          <a:ext cx="0" cy="0"/>
          <a:chOff x="0" y="0"/>
          <a:chExt cx="0" cy="0"/>
        </a:xfrm>
      </p:grpSpPr>
      <p:sp>
        <p:nvSpPr>
          <p:cNvPr id="163" name="Google Shape;163;p23"/>
          <p:cNvSpPr txBox="1"/>
          <p:nvPr>
            <p:ph idx="1" type="subTitle"/>
          </p:nvPr>
        </p:nvSpPr>
        <p:spPr>
          <a:xfrm>
            <a:off x="1776475" y="1371401"/>
            <a:ext cx="4515300" cy="516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64" name="Google Shape;164;p23"/>
          <p:cNvSpPr txBox="1"/>
          <p:nvPr>
            <p:ph idx="2" type="subTitle"/>
          </p:nvPr>
        </p:nvSpPr>
        <p:spPr>
          <a:xfrm>
            <a:off x="1776475" y="855400"/>
            <a:ext cx="4515300" cy="516000"/>
          </a:xfrm>
          <a:prstGeom prst="rect">
            <a:avLst/>
          </a:prstGeom>
          <a:solidFill>
            <a:schemeClr val="dk2"/>
          </a:solidFill>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
        <p:nvSpPr>
          <p:cNvPr id="165" name="Google Shape;165;p23"/>
          <p:cNvSpPr txBox="1"/>
          <p:nvPr>
            <p:ph idx="3" type="subTitle"/>
          </p:nvPr>
        </p:nvSpPr>
        <p:spPr>
          <a:xfrm>
            <a:off x="1776475" y="2646001"/>
            <a:ext cx="4515300" cy="516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66" name="Google Shape;166;p23"/>
          <p:cNvSpPr txBox="1"/>
          <p:nvPr>
            <p:ph idx="4" type="subTitle"/>
          </p:nvPr>
        </p:nvSpPr>
        <p:spPr>
          <a:xfrm>
            <a:off x="1776475" y="2130000"/>
            <a:ext cx="4515300" cy="516000"/>
          </a:xfrm>
          <a:prstGeom prst="rect">
            <a:avLst/>
          </a:prstGeom>
          <a:solidFill>
            <a:schemeClr val="dk2"/>
          </a:solidFill>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
        <p:nvSpPr>
          <p:cNvPr id="167" name="Google Shape;167;p23"/>
          <p:cNvSpPr txBox="1"/>
          <p:nvPr>
            <p:ph idx="5" type="subTitle"/>
          </p:nvPr>
        </p:nvSpPr>
        <p:spPr>
          <a:xfrm>
            <a:off x="1776475" y="3920600"/>
            <a:ext cx="4515300" cy="516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168" name="Google Shape;168;p23"/>
          <p:cNvSpPr txBox="1"/>
          <p:nvPr>
            <p:ph idx="6" type="subTitle"/>
          </p:nvPr>
        </p:nvSpPr>
        <p:spPr>
          <a:xfrm>
            <a:off x="1776475" y="3404598"/>
            <a:ext cx="4515300" cy="516000"/>
          </a:xfrm>
          <a:prstGeom prst="rect">
            <a:avLst/>
          </a:prstGeom>
          <a:solidFill>
            <a:schemeClr val="dk2"/>
          </a:solidFill>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Albert Sans Medium"/>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2pPr>
            <a:lvl3pPr lvl="2"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3pPr>
            <a:lvl4pPr lvl="3"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4pPr>
            <a:lvl5pPr lvl="4"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5pPr>
            <a:lvl6pPr lvl="5"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6pPr>
            <a:lvl7pPr lvl="6"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7pPr>
            <a:lvl8pPr lvl="7"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8pPr>
            <a:lvl9pPr lvl="8" rtl="0">
              <a:lnSpc>
                <a:spcPct val="100000"/>
              </a:lnSpc>
              <a:spcBef>
                <a:spcPts val="0"/>
              </a:spcBef>
              <a:spcAft>
                <a:spcPts val="0"/>
              </a:spcAft>
              <a:buSzPts val="2400"/>
              <a:buFont typeface="Albert Sans Medium"/>
              <a:buNone/>
              <a:defRPr sz="2400">
                <a:latin typeface="Albert Sans Medium"/>
                <a:ea typeface="Albert Sans Medium"/>
                <a:cs typeface="Albert Sans Medium"/>
                <a:sym typeface="Albert Sans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69" name="Shape 169"/>
        <p:cNvGrpSpPr/>
        <p:nvPr/>
      </p:nvGrpSpPr>
      <p:grpSpPr>
        <a:xfrm>
          <a:off x="0" y="0"/>
          <a:ext cx="0" cy="0"/>
          <a:chOff x="0" y="0"/>
          <a:chExt cx="0" cy="0"/>
        </a:xfrm>
      </p:grpSpPr>
      <p:sp>
        <p:nvSpPr>
          <p:cNvPr id="170" name="Google Shape;170;p24"/>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1" name="Google Shape;171;p24"/>
          <p:cNvSpPr txBox="1"/>
          <p:nvPr>
            <p:ph idx="1" type="subTitle"/>
          </p:nvPr>
        </p:nvSpPr>
        <p:spPr>
          <a:xfrm>
            <a:off x="1946871" y="1736175"/>
            <a:ext cx="20427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72" name="Google Shape;172;p24"/>
          <p:cNvSpPr txBox="1"/>
          <p:nvPr>
            <p:ph idx="2" type="subTitle"/>
          </p:nvPr>
        </p:nvSpPr>
        <p:spPr>
          <a:xfrm>
            <a:off x="1946850" y="2165325"/>
            <a:ext cx="20427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3" name="Google Shape;173;p24"/>
          <p:cNvSpPr txBox="1"/>
          <p:nvPr>
            <p:ph idx="3" type="subTitle"/>
          </p:nvPr>
        </p:nvSpPr>
        <p:spPr>
          <a:xfrm>
            <a:off x="5673076" y="2165325"/>
            <a:ext cx="20427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4" name="Google Shape;174;p24"/>
          <p:cNvSpPr txBox="1"/>
          <p:nvPr>
            <p:ph idx="4" type="subTitle"/>
          </p:nvPr>
        </p:nvSpPr>
        <p:spPr>
          <a:xfrm>
            <a:off x="1946850" y="3682100"/>
            <a:ext cx="20427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5" name="Google Shape;175;p24"/>
          <p:cNvSpPr txBox="1"/>
          <p:nvPr>
            <p:ph idx="5" type="subTitle"/>
          </p:nvPr>
        </p:nvSpPr>
        <p:spPr>
          <a:xfrm>
            <a:off x="5673076" y="3682100"/>
            <a:ext cx="20427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24"/>
          <p:cNvSpPr txBox="1"/>
          <p:nvPr>
            <p:ph idx="6" type="subTitle"/>
          </p:nvPr>
        </p:nvSpPr>
        <p:spPr>
          <a:xfrm>
            <a:off x="1946925" y="3252950"/>
            <a:ext cx="20427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77" name="Google Shape;177;p24"/>
          <p:cNvSpPr txBox="1"/>
          <p:nvPr>
            <p:ph idx="7" type="subTitle"/>
          </p:nvPr>
        </p:nvSpPr>
        <p:spPr>
          <a:xfrm>
            <a:off x="5673078" y="1736175"/>
            <a:ext cx="20427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78" name="Google Shape;178;p24"/>
          <p:cNvSpPr txBox="1"/>
          <p:nvPr>
            <p:ph idx="8" type="subTitle"/>
          </p:nvPr>
        </p:nvSpPr>
        <p:spPr>
          <a:xfrm>
            <a:off x="5673078" y="3252950"/>
            <a:ext cx="20427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79" name="Google Shape;179;p24"/>
          <p:cNvSpPr/>
          <p:nvPr/>
        </p:nvSpPr>
        <p:spPr>
          <a:xfrm rot="-5400000">
            <a:off x="-4429425" y="1133175"/>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4"/>
          <p:cNvSpPr/>
          <p:nvPr/>
        </p:nvSpPr>
        <p:spPr>
          <a:xfrm rot="-5400000">
            <a:off x="415421" y="4700003"/>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p:nvPr/>
        </p:nvSpPr>
        <p:spPr>
          <a:xfrm rot="-5400000">
            <a:off x="6349125" y="1133175"/>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rot="-5400000">
            <a:off x="8556971" y="327753"/>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83" name="Shape 183"/>
        <p:cNvGrpSpPr/>
        <p:nvPr/>
      </p:nvGrpSpPr>
      <p:grpSpPr>
        <a:xfrm>
          <a:off x="0" y="0"/>
          <a:ext cx="0" cy="0"/>
          <a:chOff x="0" y="0"/>
          <a:chExt cx="0" cy="0"/>
        </a:xfrm>
      </p:grpSpPr>
      <p:sp>
        <p:nvSpPr>
          <p:cNvPr id="184" name="Google Shape;184;p2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5"/>
          <p:cNvSpPr txBox="1"/>
          <p:nvPr>
            <p:ph idx="1" type="subTitle"/>
          </p:nvPr>
        </p:nvSpPr>
        <p:spPr>
          <a:xfrm>
            <a:off x="1389200" y="214802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6" name="Google Shape;186;p25"/>
          <p:cNvSpPr txBox="1"/>
          <p:nvPr>
            <p:ph idx="2" type="subTitle"/>
          </p:nvPr>
        </p:nvSpPr>
        <p:spPr>
          <a:xfrm>
            <a:off x="3956100" y="214802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7" name="Google Shape;187;p25"/>
          <p:cNvSpPr txBox="1"/>
          <p:nvPr>
            <p:ph idx="3" type="subTitle"/>
          </p:nvPr>
        </p:nvSpPr>
        <p:spPr>
          <a:xfrm>
            <a:off x="6523000" y="214802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8" name="Google Shape;188;p25"/>
          <p:cNvSpPr txBox="1"/>
          <p:nvPr>
            <p:ph idx="4" type="subTitle"/>
          </p:nvPr>
        </p:nvSpPr>
        <p:spPr>
          <a:xfrm>
            <a:off x="1389200" y="352617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9" name="Google Shape;189;p25"/>
          <p:cNvSpPr txBox="1"/>
          <p:nvPr>
            <p:ph idx="5" type="subTitle"/>
          </p:nvPr>
        </p:nvSpPr>
        <p:spPr>
          <a:xfrm>
            <a:off x="3956100" y="352617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0" name="Google Shape;190;p25"/>
          <p:cNvSpPr txBox="1"/>
          <p:nvPr>
            <p:ph idx="6" type="subTitle"/>
          </p:nvPr>
        </p:nvSpPr>
        <p:spPr>
          <a:xfrm>
            <a:off x="6523000" y="3526175"/>
            <a:ext cx="19059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1" name="Google Shape;191;p25"/>
          <p:cNvSpPr txBox="1"/>
          <p:nvPr>
            <p:ph idx="7" type="subTitle"/>
          </p:nvPr>
        </p:nvSpPr>
        <p:spPr>
          <a:xfrm>
            <a:off x="1389200" y="1729025"/>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2" name="Google Shape;192;p25"/>
          <p:cNvSpPr txBox="1"/>
          <p:nvPr>
            <p:ph idx="8" type="subTitle"/>
          </p:nvPr>
        </p:nvSpPr>
        <p:spPr>
          <a:xfrm>
            <a:off x="3956100" y="1729025"/>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3" name="Google Shape;193;p25"/>
          <p:cNvSpPr txBox="1"/>
          <p:nvPr>
            <p:ph idx="9" type="subTitle"/>
          </p:nvPr>
        </p:nvSpPr>
        <p:spPr>
          <a:xfrm>
            <a:off x="6520750" y="1729025"/>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4" name="Google Shape;194;p25"/>
          <p:cNvSpPr txBox="1"/>
          <p:nvPr>
            <p:ph idx="13" type="subTitle"/>
          </p:nvPr>
        </p:nvSpPr>
        <p:spPr>
          <a:xfrm>
            <a:off x="1389200" y="3107174"/>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5" name="Google Shape;195;p25"/>
          <p:cNvSpPr txBox="1"/>
          <p:nvPr>
            <p:ph idx="14" type="subTitle"/>
          </p:nvPr>
        </p:nvSpPr>
        <p:spPr>
          <a:xfrm>
            <a:off x="3956100" y="3107174"/>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6" name="Google Shape;196;p25"/>
          <p:cNvSpPr txBox="1"/>
          <p:nvPr>
            <p:ph idx="15" type="subTitle"/>
          </p:nvPr>
        </p:nvSpPr>
        <p:spPr>
          <a:xfrm>
            <a:off x="6520750" y="3107174"/>
            <a:ext cx="19059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bert Sans Medium"/>
              <a:buNone/>
              <a:defRPr sz="2100">
                <a:solidFill>
                  <a:schemeClr val="dk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2pPr>
            <a:lvl3pPr lvl="2"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3pPr>
            <a:lvl4pPr lvl="3"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4pPr>
            <a:lvl5pPr lvl="4"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5pPr>
            <a:lvl6pPr lvl="5"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6pPr>
            <a:lvl7pPr lvl="6"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7pPr>
            <a:lvl8pPr lvl="7"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8pPr>
            <a:lvl9pPr lvl="8" rtl="0" algn="ctr">
              <a:lnSpc>
                <a:spcPct val="100000"/>
              </a:lnSpc>
              <a:spcBef>
                <a:spcPts val="0"/>
              </a:spcBef>
              <a:spcAft>
                <a:spcPts val="0"/>
              </a:spcAft>
              <a:buClr>
                <a:schemeClr val="dk1"/>
              </a:buClr>
              <a:buSzPts val="2400"/>
              <a:buFont typeface="Albert Sans Medium"/>
              <a:buNone/>
              <a:defRPr sz="2400">
                <a:solidFill>
                  <a:schemeClr val="dk1"/>
                </a:solidFill>
                <a:latin typeface="Albert Sans Medium"/>
                <a:ea typeface="Albert Sans Medium"/>
                <a:cs typeface="Albert Sans Medium"/>
                <a:sym typeface="Albert Sans Medium"/>
              </a:defRPr>
            </a:lvl9pPr>
          </a:lstStyle>
          <a:p/>
        </p:txBody>
      </p:sp>
      <p:sp>
        <p:nvSpPr>
          <p:cNvPr id="197" name="Google Shape;197;p25"/>
          <p:cNvSpPr/>
          <p:nvPr/>
        </p:nvSpPr>
        <p:spPr>
          <a:xfrm>
            <a:off x="959850" y="4668300"/>
            <a:ext cx="7224300" cy="2637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5"/>
          <p:cNvSpPr/>
          <p:nvPr/>
        </p:nvSpPr>
        <p:spPr>
          <a:xfrm>
            <a:off x="8098347" y="496447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9" name="Shape 199"/>
        <p:cNvGrpSpPr/>
        <p:nvPr/>
      </p:nvGrpSpPr>
      <p:grpSpPr>
        <a:xfrm>
          <a:off x="0" y="0"/>
          <a:ext cx="0" cy="0"/>
          <a:chOff x="0" y="0"/>
          <a:chExt cx="0" cy="0"/>
        </a:xfrm>
      </p:grpSpPr>
      <p:sp>
        <p:nvSpPr>
          <p:cNvPr id="200" name="Google Shape;200;p26"/>
          <p:cNvSpPr txBox="1"/>
          <p:nvPr>
            <p:ph hasCustomPrompt="1" type="title"/>
          </p:nvPr>
        </p:nvSpPr>
        <p:spPr>
          <a:xfrm>
            <a:off x="3429416" y="1978339"/>
            <a:ext cx="2280600" cy="800100"/>
          </a:xfrm>
          <a:prstGeom prst="rect">
            <a:avLst/>
          </a:prstGeom>
          <a:solidFill>
            <a:schemeClr val="dk2"/>
          </a:solidFill>
        </p:spPr>
        <p:txBody>
          <a:bodyPr anchorCtr="0" anchor="b" bIns="91425" lIns="91425" spcFirstLastPara="1" rIns="91425" wrap="square" tIns="91425">
            <a:noAutofit/>
          </a:bodyPr>
          <a:lstStyle>
            <a:lvl1pPr lvl="0" rtl="0" algn="ctr">
              <a:spcBef>
                <a:spcPts val="0"/>
              </a:spcBef>
              <a:spcAft>
                <a:spcPts val="0"/>
              </a:spcAft>
              <a:buClr>
                <a:schemeClr val="accent5"/>
              </a:buClr>
              <a:buSzPts val="3500"/>
              <a:buNone/>
              <a:defRPr sz="45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201" name="Google Shape;201;p26"/>
          <p:cNvSpPr txBox="1"/>
          <p:nvPr>
            <p:ph idx="1" type="subTitle"/>
          </p:nvPr>
        </p:nvSpPr>
        <p:spPr>
          <a:xfrm flipH="1">
            <a:off x="3431700" y="2886325"/>
            <a:ext cx="2280600" cy="371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None/>
              <a:defRPr sz="2100">
                <a:latin typeface="Albert Sans Medium"/>
                <a:ea typeface="Albert Sans Medium"/>
                <a:cs typeface="Albert Sans Medium"/>
                <a:sym typeface="Albert Sans Medium"/>
              </a:defRPr>
            </a:lvl2pPr>
            <a:lvl3pPr lvl="2" rtl="0">
              <a:lnSpc>
                <a:spcPct val="100000"/>
              </a:lnSpc>
              <a:spcBef>
                <a:spcPts val="0"/>
              </a:spcBef>
              <a:spcAft>
                <a:spcPts val="0"/>
              </a:spcAft>
              <a:buNone/>
              <a:defRPr sz="2100">
                <a:latin typeface="Albert Sans Medium"/>
                <a:ea typeface="Albert Sans Medium"/>
                <a:cs typeface="Albert Sans Medium"/>
                <a:sym typeface="Albert Sans Medium"/>
              </a:defRPr>
            </a:lvl3pPr>
            <a:lvl4pPr lvl="3" rtl="0">
              <a:lnSpc>
                <a:spcPct val="100000"/>
              </a:lnSpc>
              <a:spcBef>
                <a:spcPts val="0"/>
              </a:spcBef>
              <a:spcAft>
                <a:spcPts val="0"/>
              </a:spcAft>
              <a:buNone/>
              <a:defRPr sz="2100">
                <a:latin typeface="Albert Sans Medium"/>
                <a:ea typeface="Albert Sans Medium"/>
                <a:cs typeface="Albert Sans Medium"/>
                <a:sym typeface="Albert Sans Medium"/>
              </a:defRPr>
            </a:lvl4pPr>
            <a:lvl5pPr lvl="4" rtl="0">
              <a:lnSpc>
                <a:spcPct val="100000"/>
              </a:lnSpc>
              <a:spcBef>
                <a:spcPts val="0"/>
              </a:spcBef>
              <a:spcAft>
                <a:spcPts val="0"/>
              </a:spcAft>
              <a:buNone/>
              <a:defRPr sz="2100">
                <a:latin typeface="Albert Sans Medium"/>
                <a:ea typeface="Albert Sans Medium"/>
                <a:cs typeface="Albert Sans Medium"/>
                <a:sym typeface="Albert Sans Medium"/>
              </a:defRPr>
            </a:lvl5pPr>
            <a:lvl6pPr lvl="5" rtl="0">
              <a:lnSpc>
                <a:spcPct val="100000"/>
              </a:lnSpc>
              <a:spcBef>
                <a:spcPts val="0"/>
              </a:spcBef>
              <a:spcAft>
                <a:spcPts val="0"/>
              </a:spcAft>
              <a:buNone/>
              <a:defRPr sz="2100">
                <a:latin typeface="Albert Sans Medium"/>
                <a:ea typeface="Albert Sans Medium"/>
                <a:cs typeface="Albert Sans Medium"/>
                <a:sym typeface="Albert Sans Medium"/>
              </a:defRPr>
            </a:lvl6pPr>
            <a:lvl7pPr lvl="6" rtl="0">
              <a:lnSpc>
                <a:spcPct val="100000"/>
              </a:lnSpc>
              <a:spcBef>
                <a:spcPts val="0"/>
              </a:spcBef>
              <a:spcAft>
                <a:spcPts val="0"/>
              </a:spcAft>
              <a:buNone/>
              <a:defRPr sz="2100">
                <a:latin typeface="Albert Sans Medium"/>
                <a:ea typeface="Albert Sans Medium"/>
                <a:cs typeface="Albert Sans Medium"/>
                <a:sym typeface="Albert Sans Medium"/>
              </a:defRPr>
            </a:lvl7pPr>
            <a:lvl8pPr lvl="7" rtl="0">
              <a:lnSpc>
                <a:spcPct val="100000"/>
              </a:lnSpc>
              <a:spcBef>
                <a:spcPts val="0"/>
              </a:spcBef>
              <a:spcAft>
                <a:spcPts val="0"/>
              </a:spcAft>
              <a:buNone/>
              <a:defRPr sz="2100">
                <a:latin typeface="Albert Sans Medium"/>
                <a:ea typeface="Albert Sans Medium"/>
                <a:cs typeface="Albert Sans Medium"/>
                <a:sym typeface="Albert Sans Medium"/>
              </a:defRPr>
            </a:lvl8pPr>
            <a:lvl9pPr lvl="8" rtl="0">
              <a:lnSpc>
                <a:spcPct val="100000"/>
              </a:lnSpc>
              <a:spcBef>
                <a:spcPts val="0"/>
              </a:spcBef>
              <a:spcAft>
                <a:spcPts val="0"/>
              </a:spcAft>
              <a:buNone/>
              <a:defRPr sz="2100">
                <a:latin typeface="Albert Sans Medium"/>
                <a:ea typeface="Albert Sans Medium"/>
                <a:cs typeface="Albert Sans Medium"/>
                <a:sym typeface="Albert Sans Medium"/>
              </a:defRPr>
            </a:lvl9pPr>
          </a:lstStyle>
          <a:p/>
        </p:txBody>
      </p:sp>
      <p:sp>
        <p:nvSpPr>
          <p:cNvPr id="202" name="Google Shape;202;p26"/>
          <p:cNvSpPr txBox="1"/>
          <p:nvPr>
            <p:ph hasCustomPrompt="1" idx="2" type="title"/>
          </p:nvPr>
        </p:nvSpPr>
        <p:spPr>
          <a:xfrm>
            <a:off x="717725" y="1978339"/>
            <a:ext cx="2280600" cy="800100"/>
          </a:xfrm>
          <a:prstGeom prst="rect">
            <a:avLst/>
          </a:prstGeom>
          <a:solidFill>
            <a:schemeClr val="dk2"/>
          </a:solidFill>
        </p:spPr>
        <p:txBody>
          <a:bodyPr anchorCtr="0" anchor="b" bIns="91425" lIns="91425" spcFirstLastPara="1" rIns="91425" wrap="square" tIns="91425">
            <a:noAutofit/>
          </a:bodyPr>
          <a:lstStyle>
            <a:lvl1pPr lvl="0" rtl="0" algn="ctr">
              <a:spcBef>
                <a:spcPts val="0"/>
              </a:spcBef>
              <a:spcAft>
                <a:spcPts val="0"/>
              </a:spcAft>
              <a:buClr>
                <a:schemeClr val="accent5"/>
              </a:buClr>
              <a:buSzPts val="3500"/>
              <a:buNone/>
              <a:defRPr sz="45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203" name="Google Shape;203;p26"/>
          <p:cNvSpPr txBox="1"/>
          <p:nvPr>
            <p:ph idx="3" type="subTitle"/>
          </p:nvPr>
        </p:nvSpPr>
        <p:spPr>
          <a:xfrm flipH="1">
            <a:off x="717718" y="2886325"/>
            <a:ext cx="2280600" cy="371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None/>
              <a:defRPr sz="2100">
                <a:latin typeface="Albert Sans Medium"/>
                <a:ea typeface="Albert Sans Medium"/>
                <a:cs typeface="Albert Sans Medium"/>
                <a:sym typeface="Albert Sans Medium"/>
              </a:defRPr>
            </a:lvl2pPr>
            <a:lvl3pPr lvl="2" rtl="0">
              <a:lnSpc>
                <a:spcPct val="100000"/>
              </a:lnSpc>
              <a:spcBef>
                <a:spcPts val="0"/>
              </a:spcBef>
              <a:spcAft>
                <a:spcPts val="0"/>
              </a:spcAft>
              <a:buNone/>
              <a:defRPr sz="2100">
                <a:latin typeface="Albert Sans Medium"/>
                <a:ea typeface="Albert Sans Medium"/>
                <a:cs typeface="Albert Sans Medium"/>
                <a:sym typeface="Albert Sans Medium"/>
              </a:defRPr>
            </a:lvl3pPr>
            <a:lvl4pPr lvl="3" rtl="0">
              <a:lnSpc>
                <a:spcPct val="100000"/>
              </a:lnSpc>
              <a:spcBef>
                <a:spcPts val="0"/>
              </a:spcBef>
              <a:spcAft>
                <a:spcPts val="0"/>
              </a:spcAft>
              <a:buNone/>
              <a:defRPr sz="2100">
                <a:latin typeface="Albert Sans Medium"/>
                <a:ea typeface="Albert Sans Medium"/>
                <a:cs typeface="Albert Sans Medium"/>
                <a:sym typeface="Albert Sans Medium"/>
              </a:defRPr>
            </a:lvl4pPr>
            <a:lvl5pPr lvl="4" rtl="0">
              <a:lnSpc>
                <a:spcPct val="100000"/>
              </a:lnSpc>
              <a:spcBef>
                <a:spcPts val="0"/>
              </a:spcBef>
              <a:spcAft>
                <a:spcPts val="0"/>
              </a:spcAft>
              <a:buNone/>
              <a:defRPr sz="2100">
                <a:latin typeface="Albert Sans Medium"/>
                <a:ea typeface="Albert Sans Medium"/>
                <a:cs typeface="Albert Sans Medium"/>
                <a:sym typeface="Albert Sans Medium"/>
              </a:defRPr>
            </a:lvl5pPr>
            <a:lvl6pPr lvl="5" rtl="0">
              <a:lnSpc>
                <a:spcPct val="100000"/>
              </a:lnSpc>
              <a:spcBef>
                <a:spcPts val="0"/>
              </a:spcBef>
              <a:spcAft>
                <a:spcPts val="0"/>
              </a:spcAft>
              <a:buNone/>
              <a:defRPr sz="2100">
                <a:latin typeface="Albert Sans Medium"/>
                <a:ea typeface="Albert Sans Medium"/>
                <a:cs typeface="Albert Sans Medium"/>
                <a:sym typeface="Albert Sans Medium"/>
              </a:defRPr>
            </a:lvl6pPr>
            <a:lvl7pPr lvl="6" rtl="0">
              <a:lnSpc>
                <a:spcPct val="100000"/>
              </a:lnSpc>
              <a:spcBef>
                <a:spcPts val="0"/>
              </a:spcBef>
              <a:spcAft>
                <a:spcPts val="0"/>
              </a:spcAft>
              <a:buNone/>
              <a:defRPr sz="2100">
                <a:latin typeface="Albert Sans Medium"/>
                <a:ea typeface="Albert Sans Medium"/>
                <a:cs typeface="Albert Sans Medium"/>
                <a:sym typeface="Albert Sans Medium"/>
              </a:defRPr>
            </a:lvl7pPr>
            <a:lvl8pPr lvl="7" rtl="0">
              <a:lnSpc>
                <a:spcPct val="100000"/>
              </a:lnSpc>
              <a:spcBef>
                <a:spcPts val="0"/>
              </a:spcBef>
              <a:spcAft>
                <a:spcPts val="0"/>
              </a:spcAft>
              <a:buNone/>
              <a:defRPr sz="2100">
                <a:latin typeface="Albert Sans Medium"/>
                <a:ea typeface="Albert Sans Medium"/>
                <a:cs typeface="Albert Sans Medium"/>
                <a:sym typeface="Albert Sans Medium"/>
              </a:defRPr>
            </a:lvl8pPr>
            <a:lvl9pPr lvl="8" rtl="0">
              <a:lnSpc>
                <a:spcPct val="100000"/>
              </a:lnSpc>
              <a:spcBef>
                <a:spcPts val="0"/>
              </a:spcBef>
              <a:spcAft>
                <a:spcPts val="0"/>
              </a:spcAft>
              <a:buNone/>
              <a:defRPr sz="2100">
                <a:latin typeface="Albert Sans Medium"/>
                <a:ea typeface="Albert Sans Medium"/>
                <a:cs typeface="Albert Sans Medium"/>
                <a:sym typeface="Albert Sans Medium"/>
              </a:defRPr>
            </a:lvl9pPr>
          </a:lstStyle>
          <a:p/>
        </p:txBody>
      </p:sp>
      <p:sp>
        <p:nvSpPr>
          <p:cNvPr id="204" name="Google Shape;204;p26"/>
          <p:cNvSpPr txBox="1"/>
          <p:nvPr>
            <p:ph hasCustomPrompt="1" idx="4" type="title"/>
          </p:nvPr>
        </p:nvSpPr>
        <p:spPr>
          <a:xfrm>
            <a:off x="6145677" y="1978339"/>
            <a:ext cx="2280600" cy="800100"/>
          </a:xfrm>
          <a:prstGeom prst="rect">
            <a:avLst/>
          </a:prstGeom>
          <a:solidFill>
            <a:schemeClr val="dk2"/>
          </a:solidFill>
        </p:spPr>
        <p:txBody>
          <a:bodyPr anchorCtr="0" anchor="b" bIns="91425" lIns="91425" spcFirstLastPara="1" rIns="91425" wrap="square" tIns="91425">
            <a:noAutofit/>
          </a:bodyPr>
          <a:lstStyle>
            <a:lvl1pPr lvl="0" rtl="0" algn="ctr">
              <a:spcBef>
                <a:spcPts val="0"/>
              </a:spcBef>
              <a:spcAft>
                <a:spcPts val="0"/>
              </a:spcAft>
              <a:buClr>
                <a:schemeClr val="accent5"/>
              </a:buClr>
              <a:buSzPts val="3500"/>
              <a:buNone/>
              <a:defRPr sz="45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205" name="Google Shape;205;p26"/>
          <p:cNvSpPr txBox="1"/>
          <p:nvPr>
            <p:ph idx="5" type="subTitle"/>
          </p:nvPr>
        </p:nvSpPr>
        <p:spPr>
          <a:xfrm flipH="1">
            <a:off x="6145687" y="2886325"/>
            <a:ext cx="2280600" cy="371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100">
                <a:latin typeface="Albert Sans Medium"/>
                <a:ea typeface="Albert Sans Medium"/>
                <a:cs typeface="Albert Sans Medium"/>
                <a:sym typeface="Albert Sans Medium"/>
              </a:defRPr>
            </a:lvl1pPr>
            <a:lvl2pPr lvl="1" rtl="0">
              <a:lnSpc>
                <a:spcPct val="100000"/>
              </a:lnSpc>
              <a:spcBef>
                <a:spcPts val="0"/>
              </a:spcBef>
              <a:spcAft>
                <a:spcPts val="0"/>
              </a:spcAft>
              <a:buNone/>
              <a:defRPr sz="2100">
                <a:latin typeface="Albert Sans Medium"/>
                <a:ea typeface="Albert Sans Medium"/>
                <a:cs typeface="Albert Sans Medium"/>
                <a:sym typeface="Albert Sans Medium"/>
              </a:defRPr>
            </a:lvl2pPr>
            <a:lvl3pPr lvl="2" rtl="0">
              <a:lnSpc>
                <a:spcPct val="100000"/>
              </a:lnSpc>
              <a:spcBef>
                <a:spcPts val="0"/>
              </a:spcBef>
              <a:spcAft>
                <a:spcPts val="0"/>
              </a:spcAft>
              <a:buNone/>
              <a:defRPr sz="2100">
                <a:latin typeface="Albert Sans Medium"/>
                <a:ea typeface="Albert Sans Medium"/>
                <a:cs typeface="Albert Sans Medium"/>
                <a:sym typeface="Albert Sans Medium"/>
              </a:defRPr>
            </a:lvl3pPr>
            <a:lvl4pPr lvl="3" rtl="0">
              <a:lnSpc>
                <a:spcPct val="100000"/>
              </a:lnSpc>
              <a:spcBef>
                <a:spcPts val="0"/>
              </a:spcBef>
              <a:spcAft>
                <a:spcPts val="0"/>
              </a:spcAft>
              <a:buNone/>
              <a:defRPr sz="2100">
                <a:latin typeface="Albert Sans Medium"/>
                <a:ea typeface="Albert Sans Medium"/>
                <a:cs typeface="Albert Sans Medium"/>
                <a:sym typeface="Albert Sans Medium"/>
              </a:defRPr>
            </a:lvl4pPr>
            <a:lvl5pPr lvl="4" rtl="0">
              <a:lnSpc>
                <a:spcPct val="100000"/>
              </a:lnSpc>
              <a:spcBef>
                <a:spcPts val="0"/>
              </a:spcBef>
              <a:spcAft>
                <a:spcPts val="0"/>
              </a:spcAft>
              <a:buNone/>
              <a:defRPr sz="2100">
                <a:latin typeface="Albert Sans Medium"/>
                <a:ea typeface="Albert Sans Medium"/>
                <a:cs typeface="Albert Sans Medium"/>
                <a:sym typeface="Albert Sans Medium"/>
              </a:defRPr>
            </a:lvl5pPr>
            <a:lvl6pPr lvl="5" rtl="0">
              <a:lnSpc>
                <a:spcPct val="100000"/>
              </a:lnSpc>
              <a:spcBef>
                <a:spcPts val="0"/>
              </a:spcBef>
              <a:spcAft>
                <a:spcPts val="0"/>
              </a:spcAft>
              <a:buNone/>
              <a:defRPr sz="2100">
                <a:latin typeface="Albert Sans Medium"/>
                <a:ea typeface="Albert Sans Medium"/>
                <a:cs typeface="Albert Sans Medium"/>
                <a:sym typeface="Albert Sans Medium"/>
              </a:defRPr>
            </a:lvl6pPr>
            <a:lvl7pPr lvl="6" rtl="0">
              <a:lnSpc>
                <a:spcPct val="100000"/>
              </a:lnSpc>
              <a:spcBef>
                <a:spcPts val="0"/>
              </a:spcBef>
              <a:spcAft>
                <a:spcPts val="0"/>
              </a:spcAft>
              <a:buNone/>
              <a:defRPr sz="2100">
                <a:latin typeface="Albert Sans Medium"/>
                <a:ea typeface="Albert Sans Medium"/>
                <a:cs typeface="Albert Sans Medium"/>
                <a:sym typeface="Albert Sans Medium"/>
              </a:defRPr>
            </a:lvl7pPr>
            <a:lvl8pPr lvl="7" rtl="0">
              <a:lnSpc>
                <a:spcPct val="100000"/>
              </a:lnSpc>
              <a:spcBef>
                <a:spcPts val="0"/>
              </a:spcBef>
              <a:spcAft>
                <a:spcPts val="0"/>
              </a:spcAft>
              <a:buNone/>
              <a:defRPr sz="2100">
                <a:latin typeface="Albert Sans Medium"/>
                <a:ea typeface="Albert Sans Medium"/>
                <a:cs typeface="Albert Sans Medium"/>
                <a:sym typeface="Albert Sans Medium"/>
              </a:defRPr>
            </a:lvl8pPr>
            <a:lvl9pPr lvl="8" rtl="0">
              <a:lnSpc>
                <a:spcPct val="100000"/>
              </a:lnSpc>
              <a:spcBef>
                <a:spcPts val="0"/>
              </a:spcBef>
              <a:spcAft>
                <a:spcPts val="0"/>
              </a:spcAft>
              <a:buNone/>
              <a:defRPr sz="2100">
                <a:latin typeface="Albert Sans Medium"/>
                <a:ea typeface="Albert Sans Medium"/>
                <a:cs typeface="Albert Sans Medium"/>
                <a:sym typeface="Albert Sans Medium"/>
              </a:defRPr>
            </a:lvl9pPr>
          </a:lstStyle>
          <a:p/>
        </p:txBody>
      </p:sp>
      <p:sp>
        <p:nvSpPr>
          <p:cNvPr id="206" name="Google Shape;206;p26"/>
          <p:cNvSpPr txBox="1"/>
          <p:nvPr>
            <p:ph idx="6" type="subTitle"/>
          </p:nvPr>
        </p:nvSpPr>
        <p:spPr>
          <a:xfrm>
            <a:off x="717725" y="3159150"/>
            <a:ext cx="22806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7" name="Google Shape;207;p26"/>
          <p:cNvSpPr txBox="1"/>
          <p:nvPr>
            <p:ph idx="7" type="subTitle"/>
          </p:nvPr>
        </p:nvSpPr>
        <p:spPr>
          <a:xfrm>
            <a:off x="3431700" y="3159150"/>
            <a:ext cx="22806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8" name="Google Shape;208;p26"/>
          <p:cNvSpPr txBox="1"/>
          <p:nvPr>
            <p:ph idx="8" type="subTitle"/>
          </p:nvPr>
        </p:nvSpPr>
        <p:spPr>
          <a:xfrm>
            <a:off x="6143375" y="3159150"/>
            <a:ext cx="22806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9" name="Google Shape;209;p26"/>
          <p:cNvSpPr/>
          <p:nvPr/>
        </p:nvSpPr>
        <p:spPr>
          <a:xfrm flipH="1" rot="10800000">
            <a:off x="-653475" y="-318200"/>
            <a:ext cx="1287300" cy="1287300"/>
          </a:xfrm>
          <a:prstGeom prst="arc">
            <a:avLst>
              <a:gd fmla="val 16200000" name="adj1"/>
              <a:gd fmla="val 4041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6"/>
          <p:cNvSpPr/>
          <p:nvPr/>
        </p:nvSpPr>
        <p:spPr>
          <a:xfrm flipH="1" rot="10567992">
            <a:off x="540846" y="157679"/>
            <a:ext cx="173495" cy="17349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6"/>
          <p:cNvSpPr/>
          <p:nvPr/>
        </p:nvSpPr>
        <p:spPr>
          <a:xfrm flipH="1">
            <a:off x="192346" y="396721"/>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2" name="Shape 212"/>
        <p:cNvGrpSpPr/>
        <p:nvPr/>
      </p:nvGrpSpPr>
      <p:grpSpPr>
        <a:xfrm>
          <a:off x="0" y="0"/>
          <a:ext cx="0" cy="0"/>
          <a:chOff x="0" y="0"/>
          <a:chExt cx="0" cy="0"/>
        </a:xfrm>
      </p:grpSpPr>
      <p:sp>
        <p:nvSpPr>
          <p:cNvPr id="213" name="Google Shape;213;p27"/>
          <p:cNvSpPr txBox="1"/>
          <p:nvPr>
            <p:ph type="ctrTitle"/>
          </p:nvPr>
        </p:nvSpPr>
        <p:spPr>
          <a:xfrm>
            <a:off x="715100" y="665375"/>
            <a:ext cx="4005600" cy="8964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58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14" name="Google Shape;214;p27"/>
          <p:cNvSpPr txBox="1"/>
          <p:nvPr>
            <p:ph idx="1" type="subTitle"/>
          </p:nvPr>
        </p:nvSpPr>
        <p:spPr>
          <a:xfrm>
            <a:off x="715100" y="1607375"/>
            <a:ext cx="4005600" cy="10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5" name="Google Shape;215;p27"/>
          <p:cNvSpPr txBox="1"/>
          <p:nvPr/>
        </p:nvSpPr>
        <p:spPr>
          <a:xfrm>
            <a:off x="715100" y="3754400"/>
            <a:ext cx="39648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ES" sz="900">
                <a:solidFill>
                  <a:schemeClr val="dk1"/>
                </a:solidFill>
                <a:latin typeface="Albert Sans"/>
                <a:ea typeface="Albert Sans"/>
                <a:cs typeface="Albert Sans"/>
                <a:sym typeface="Albert Sans"/>
              </a:rPr>
              <a:t>CREDITS:</a:t>
            </a:r>
            <a:r>
              <a:rPr lang="es-ES" sz="900">
                <a:solidFill>
                  <a:schemeClr val="dk1"/>
                </a:solidFill>
                <a:latin typeface="Albert Sans"/>
                <a:ea typeface="Albert Sans"/>
                <a:cs typeface="Albert Sans"/>
                <a:sym typeface="Albert Sans"/>
              </a:rPr>
              <a:t> This presentation template was created by </a:t>
            </a:r>
            <a:r>
              <a:rPr b="1" lang="es-ES" sz="900" u="sng">
                <a:solidFill>
                  <a:schemeClr val="hlink"/>
                </a:solidFill>
                <a:latin typeface="Albert Sans"/>
                <a:ea typeface="Albert Sans"/>
                <a:cs typeface="Albert Sans"/>
                <a:sym typeface="Albert Sans"/>
                <a:hlinkClick r:id="rId2"/>
              </a:rPr>
              <a:t>Slidesgo</a:t>
            </a:r>
            <a:r>
              <a:rPr b="1" lang="es-ES" sz="900" u="sng">
                <a:solidFill>
                  <a:schemeClr val="dk1"/>
                </a:solidFill>
                <a:latin typeface="Albert Sans"/>
                <a:ea typeface="Albert Sans"/>
                <a:cs typeface="Albert Sans"/>
                <a:sym typeface="Albert Sans"/>
              </a:rPr>
              <a:t>,</a:t>
            </a:r>
            <a:r>
              <a:rPr b="1" lang="es-ES" sz="900">
                <a:solidFill>
                  <a:schemeClr val="dk1"/>
                </a:solidFill>
                <a:latin typeface="Albert Sans"/>
                <a:ea typeface="Albert Sans"/>
                <a:cs typeface="Albert Sans"/>
                <a:sym typeface="Albert Sans"/>
              </a:rPr>
              <a:t> </a:t>
            </a:r>
            <a:r>
              <a:rPr lang="es-ES" sz="900">
                <a:solidFill>
                  <a:schemeClr val="dk1"/>
                </a:solidFill>
                <a:latin typeface="Albert Sans"/>
                <a:ea typeface="Albert Sans"/>
                <a:cs typeface="Albert Sans"/>
                <a:sym typeface="Albert Sans"/>
              </a:rPr>
              <a:t>including icons by </a:t>
            </a:r>
            <a:r>
              <a:rPr b="1" lang="es-ES" sz="9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b="1" lang="es-ES" sz="900">
                <a:solidFill>
                  <a:schemeClr val="dk1"/>
                </a:solidFill>
                <a:latin typeface="Albert Sans"/>
                <a:ea typeface="Albert Sans"/>
                <a:cs typeface="Albert Sans"/>
                <a:sym typeface="Albert Sans"/>
              </a:rPr>
              <a:t> </a:t>
            </a:r>
            <a:r>
              <a:rPr lang="es-ES" sz="900">
                <a:solidFill>
                  <a:schemeClr val="dk1"/>
                </a:solidFill>
                <a:latin typeface="Albert Sans"/>
                <a:ea typeface="Albert Sans"/>
                <a:cs typeface="Albert Sans"/>
                <a:sym typeface="Albert Sans"/>
              </a:rPr>
              <a:t>and infographics &amp; images by </a:t>
            </a:r>
            <a:r>
              <a:rPr b="1" lang="es-ES" sz="9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endParaRPr b="1" sz="900" u="sng">
              <a:solidFill>
                <a:schemeClr val="dk1"/>
              </a:solidFill>
              <a:highlight>
                <a:srgbClr val="DFDEFC"/>
              </a:highlight>
              <a:latin typeface="Albert Sans"/>
              <a:ea typeface="Albert Sans"/>
              <a:cs typeface="Albert Sans"/>
              <a:sym typeface="Albert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16" name="Shape 216"/>
        <p:cNvGrpSpPr/>
        <p:nvPr/>
      </p:nvGrpSpPr>
      <p:grpSpPr>
        <a:xfrm>
          <a:off x="0" y="0"/>
          <a:ext cx="0" cy="0"/>
          <a:chOff x="0" y="0"/>
          <a:chExt cx="0" cy="0"/>
        </a:xfrm>
      </p:grpSpPr>
      <p:sp>
        <p:nvSpPr>
          <p:cNvPr id="217" name="Google Shape;217;p28"/>
          <p:cNvSpPr/>
          <p:nvPr/>
        </p:nvSpPr>
        <p:spPr>
          <a:xfrm rot="-804930">
            <a:off x="3666097" y="266076"/>
            <a:ext cx="5574305" cy="3295020"/>
          </a:xfrm>
          <a:prstGeom prst="arc">
            <a:avLst>
              <a:gd fmla="val 16057500" name="adj1"/>
              <a:gd fmla="val 55157"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rot="-6395119">
            <a:off x="5840319" y="263514"/>
            <a:ext cx="173415" cy="173415"/>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p:nvPr/>
        </p:nvSpPr>
        <p:spPr>
          <a:xfrm flipH="1" rot="10800000">
            <a:off x="476902" y="4694300"/>
            <a:ext cx="152400" cy="1524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flipH="1" rot="10800000">
            <a:off x="629301" y="4608502"/>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21" name="Shape 221"/>
        <p:cNvGrpSpPr/>
        <p:nvPr/>
      </p:nvGrpSpPr>
      <p:grpSpPr>
        <a:xfrm>
          <a:off x="0" y="0"/>
          <a:ext cx="0" cy="0"/>
          <a:chOff x="0" y="0"/>
          <a:chExt cx="0" cy="0"/>
        </a:xfrm>
      </p:grpSpPr>
      <p:sp>
        <p:nvSpPr>
          <p:cNvPr id="222" name="Google Shape;222;p29"/>
          <p:cNvSpPr/>
          <p:nvPr/>
        </p:nvSpPr>
        <p:spPr>
          <a:xfrm rot="-2254707">
            <a:off x="-4148942" y="-1447448"/>
            <a:ext cx="7224432" cy="2637023"/>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9"/>
          <p:cNvSpPr/>
          <p:nvPr/>
        </p:nvSpPr>
        <p:spPr>
          <a:xfrm rot="-5400000">
            <a:off x="1425296" y="222178"/>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9"/>
          <p:cNvSpPr/>
          <p:nvPr/>
        </p:nvSpPr>
        <p:spPr>
          <a:xfrm rot="-2254707">
            <a:off x="6325708" y="3760577"/>
            <a:ext cx="7224432" cy="2637023"/>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p:nvPr/>
        </p:nvSpPr>
        <p:spPr>
          <a:xfrm rot="-5400000">
            <a:off x="7659671" y="4726428"/>
            <a:ext cx="85800" cy="85800"/>
          </a:xfrm>
          <a:prstGeom prst="plaqu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Título y objetos">
    <p:bg>
      <p:bgPr>
        <a:gradFill>
          <a:gsLst>
            <a:gs pos="0">
              <a:schemeClr val="accent1"/>
            </a:gs>
            <a:gs pos="100000">
              <a:schemeClr val="accent2"/>
            </a:gs>
          </a:gsLst>
          <a:path path="circle">
            <a:fillToRect b="50%" l="50%" r="50%" t="50%"/>
          </a:path>
          <a:tileRect/>
        </a:gra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flipH="1">
            <a:off x="1822094" y="2958919"/>
            <a:ext cx="5501100" cy="23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Font typeface="Squada One"/>
              <a:buNone/>
              <a:defRPr sz="1200">
                <a:solidFill>
                  <a:schemeClr val="lt1"/>
                </a:solidFill>
                <a:latin typeface="Squada One"/>
                <a:ea typeface="Squada One"/>
                <a:cs typeface="Squada One"/>
                <a:sym typeface="Squada One"/>
              </a:defRPr>
            </a:lvl1pPr>
            <a:lvl2pPr lvl="1"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2pPr>
            <a:lvl3pPr lvl="2"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3pPr>
            <a:lvl4pPr lvl="3"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4pPr>
            <a:lvl5pPr lvl="4"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5pPr>
            <a:lvl6pPr lvl="5"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6pPr>
            <a:lvl7pPr lvl="6"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7pPr>
            <a:lvl8pPr lvl="7"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8pPr>
            <a:lvl9pPr lvl="8" rtl="0">
              <a:lnSpc>
                <a:spcPct val="100000"/>
              </a:lnSpc>
              <a:spcBef>
                <a:spcPts val="0"/>
              </a:spcBef>
              <a:spcAft>
                <a:spcPts val="0"/>
              </a:spcAft>
              <a:buClr>
                <a:schemeClr val="lt1"/>
              </a:buClr>
              <a:buSzPts val="1200"/>
              <a:buFont typeface="Nunito Sans ExtraBold"/>
              <a:buNone/>
              <a:defRPr sz="1200">
                <a:solidFill>
                  <a:schemeClr val="lt1"/>
                </a:solidFill>
                <a:latin typeface="Nunito Sans ExtraBold"/>
                <a:ea typeface="Nunito Sans ExtraBold"/>
                <a:cs typeface="Nunito Sans ExtraBold"/>
                <a:sym typeface="Nunito Sans ExtraBold"/>
              </a:defRPr>
            </a:lvl9pPr>
          </a:lstStyle>
          <a:p/>
        </p:txBody>
      </p:sp>
      <p:sp>
        <p:nvSpPr>
          <p:cNvPr id="228" name="Google Shape;228;p30"/>
          <p:cNvSpPr txBox="1"/>
          <p:nvPr>
            <p:ph idx="2" type="subTitle"/>
          </p:nvPr>
        </p:nvSpPr>
        <p:spPr>
          <a:xfrm>
            <a:off x="1820800" y="2848425"/>
            <a:ext cx="4110900" cy="233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900"/>
              <a:buNone/>
              <a:defRPr sz="900">
                <a:solidFill>
                  <a:schemeClr val="lt1"/>
                </a:solidFill>
              </a:defRPr>
            </a:lvl6pPr>
            <a:lvl7pPr lvl="6" rtl="0">
              <a:lnSpc>
                <a:spcPct val="100000"/>
              </a:lnSpc>
              <a:spcBef>
                <a:spcPts val="0"/>
              </a:spcBef>
              <a:spcAft>
                <a:spcPts val="0"/>
              </a:spcAft>
              <a:buClr>
                <a:schemeClr val="lt1"/>
              </a:buClr>
              <a:buSzPts val="900"/>
              <a:buNone/>
              <a:defRPr sz="900">
                <a:solidFill>
                  <a:schemeClr val="lt1"/>
                </a:solidFill>
              </a:defRPr>
            </a:lvl7pPr>
            <a:lvl8pPr lvl="7" rtl="0">
              <a:lnSpc>
                <a:spcPct val="100000"/>
              </a:lnSpc>
              <a:spcBef>
                <a:spcPts val="0"/>
              </a:spcBef>
              <a:spcAft>
                <a:spcPts val="0"/>
              </a:spcAft>
              <a:buClr>
                <a:schemeClr val="lt1"/>
              </a:buClr>
              <a:buSzPts val="900"/>
              <a:buNone/>
              <a:defRPr sz="900">
                <a:solidFill>
                  <a:schemeClr val="lt1"/>
                </a:solidFill>
              </a:defRPr>
            </a:lvl8pPr>
            <a:lvl9pPr lvl="8" rtl="0">
              <a:lnSpc>
                <a:spcPct val="100000"/>
              </a:lnSpc>
              <a:spcBef>
                <a:spcPts val="0"/>
              </a:spcBef>
              <a:spcAft>
                <a:spcPts val="0"/>
              </a:spcAft>
              <a:buClr>
                <a:schemeClr val="lt1"/>
              </a:buClr>
              <a:buSzPts val="900"/>
              <a:buNone/>
              <a:defRPr sz="900">
                <a:solidFill>
                  <a:schemeClr val="lt1"/>
                </a:solidFill>
              </a:defRPr>
            </a:lvl9pPr>
          </a:lstStyle>
          <a:p/>
        </p:txBody>
      </p:sp>
      <p:sp>
        <p:nvSpPr>
          <p:cNvPr id="229" name="Google Shape;229;p30"/>
          <p:cNvSpPr/>
          <p:nvPr/>
        </p:nvSpPr>
        <p:spPr>
          <a:xfrm>
            <a:off x="6279" y="2606319"/>
            <a:ext cx="4521" cy="6329"/>
          </a:xfrm>
          <a:custGeom>
            <a:rect b="b" l="l" r="r" t="t"/>
            <a:pathLst>
              <a:path extrusionOk="0" h="84" w="60">
                <a:moveTo>
                  <a:pt x="1" y="0"/>
                </a:moveTo>
                <a:lnTo>
                  <a:pt x="20" y="39"/>
                </a:lnTo>
                <a:lnTo>
                  <a:pt x="59" y="83"/>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0"/>
          <p:cNvSpPr/>
          <p:nvPr/>
        </p:nvSpPr>
        <p:spPr>
          <a:xfrm>
            <a:off x="4847" y="5142018"/>
            <a:ext cx="7384" cy="75"/>
          </a:xfrm>
          <a:custGeom>
            <a:rect b="b" l="l" r="r" t="t"/>
            <a:pathLst>
              <a:path extrusionOk="0" h="1" w="98">
                <a:moveTo>
                  <a:pt x="98" y="0"/>
                </a:moveTo>
                <a:lnTo>
                  <a:pt x="0" y="0"/>
                </a:lnTo>
                <a:lnTo>
                  <a:pt x="0" y="0"/>
                </a:lnTo>
                <a:lnTo>
                  <a:pt x="78" y="0"/>
                </a:lnTo>
                <a:close/>
              </a:path>
            </a:pathLst>
          </a:custGeom>
          <a:solidFill>
            <a:srgbClr val="B0B0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0"/>
          <p:cNvSpPr/>
          <p:nvPr/>
        </p:nvSpPr>
        <p:spPr>
          <a:xfrm>
            <a:off x="6876874" y="3250835"/>
            <a:ext cx="2267119" cy="1892656"/>
          </a:xfrm>
          <a:custGeom>
            <a:rect b="b" l="l" r="r" t="t"/>
            <a:pathLst>
              <a:path extrusionOk="0" h="7723" w="9251">
                <a:moveTo>
                  <a:pt x="7830" y="1"/>
                </a:moveTo>
                <a:cubicBezTo>
                  <a:pt x="7787" y="22"/>
                  <a:pt x="7745" y="32"/>
                  <a:pt x="7702" y="65"/>
                </a:cubicBezTo>
                <a:cubicBezTo>
                  <a:pt x="6794" y="588"/>
                  <a:pt x="7745" y="1624"/>
                  <a:pt x="7050" y="2468"/>
                </a:cubicBezTo>
                <a:cubicBezTo>
                  <a:pt x="6131" y="3578"/>
                  <a:pt x="2543" y="3953"/>
                  <a:pt x="898" y="6089"/>
                </a:cubicBezTo>
                <a:cubicBezTo>
                  <a:pt x="546" y="6548"/>
                  <a:pt x="247" y="7114"/>
                  <a:pt x="1" y="7722"/>
                </a:cubicBezTo>
                <a:lnTo>
                  <a:pt x="9250" y="7722"/>
                </a:lnTo>
                <a:lnTo>
                  <a:pt x="9250" y="941"/>
                </a:lnTo>
                <a:cubicBezTo>
                  <a:pt x="8706" y="780"/>
                  <a:pt x="8215" y="481"/>
                  <a:pt x="7830" y="1"/>
                </a:cubicBezTo>
                <a:close/>
              </a:path>
            </a:pathLst>
          </a:custGeom>
          <a:gradFill>
            <a:gsLst>
              <a:gs pos="0">
                <a:schemeClr val="accent1"/>
              </a:gs>
              <a:gs pos="100000">
                <a:schemeClr val="accent2"/>
              </a:gs>
            </a:gsLst>
            <a:path path="circle">
              <a:fillToRect b="50%" l="50%" r="50%" t="50%"/>
            </a:path>
            <a:tileRect/>
          </a:gradFill>
          <a:ln>
            <a:noFill/>
          </a:ln>
          <a:effectLst>
            <a:outerShdw blurRad="128588" rotWithShape="0" algn="bl" dir="3840000" dist="9525">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0"/>
          <p:cNvSpPr/>
          <p:nvPr/>
        </p:nvSpPr>
        <p:spPr>
          <a:xfrm>
            <a:off x="6342869" y="0"/>
            <a:ext cx="2801122" cy="3481429"/>
          </a:xfrm>
          <a:custGeom>
            <a:rect b="b" l="l" r="r" t="t"/>
            <a:pathLst>
              <a:path extrusionOk="0" h="14206" w="11430">
                <a:moveTo>
                  <a:pt x="1" y="0"/>
                </a:moveTo>
                <a:cubicBezTo>
                  <a:pt x="1" y="0"/>
                  <a:pt x="541" y="1327"/>
                  <a:pt x="2842" y="1327"/>
                </a:cubicBezTo>
                <a:cubicBezTo>
                  <a:pt x="3168" y="1327"/>
                  <a:pt x="3530" y="1300"/>
                  <a:pt x="3931" y="1239"/>
                </a:cubicBezTo>
                <a:cubicBezTo>
                  <a:pt x="4809" y="1103"/>
                  <a:pt x="5648" y="961"/>
                  <a:pt x="6249" y="961"/>
                </a:cubicBezTo>
                <a:cubicBezTo>
                  <a:pt x="6972" y="961"/>
                  <a:pt x="7353" y="1167"/>
                  <a:pt x="7050" y="1837"/>
                </a:cubicBezTo>
                <a:cubicBezTo>
                  <a:pt x="6687" y="2628"/>
                  <a:pt x="4658" y="4411"/>
                  <a:pt x="4850" y="5244"/>
                </a:cubicBezTo>
                <a:cubicBezTo>
                  <a:pt x="4917" y="5546"/>
                  <a:pt x="5180" y="5658"/>
                  <a:pt x="5531" y="5658"/>
                </a:cubicBezTo>
                <a:cubicBezTo>
                  <a:pt x="6363" y="5658"/>
                  <a:pt x="7691" y="5032"/>
                  <a:pt x="8097" y="4806"/>
                </a:cubicBezTo>
                <a:cubicBezTo>
                  <a:pt x="8750" y="4436"/>
                  <a:pt x="9449" y="4208"/>
                  <a:pt x="9990" y="4208"/>
                </a:cubicBezTo>
                <a:cubicBezTo>
                  <a:pt x="10245" y="4208"/>
                  <a:pt x="10465" y="4259"/>
                  <a:pt x="10629" y="4368"/>
                </a:cubicBezTo>
                <a:cubicBezTo>
                  <a:pt x="11056" y="4657"/>
                  <a:pt x="10852" y="5469"/>
                  <a:pt x="10650" y="6163"/>
                </a:cubicBezTo>
                <a:cubicBezTo>
                  <a:pt x="10169" y="7797"/>
                  <a:pt x="9058" y="9794"/>
                  <a:pt x="9283" y="11429"/>
                </a:cubicBezTo>
                <a:cubicBezTo>
                  <a:pt x="9507" y="13084"/>
                  <a:pt x="10372" y="13885"/>
                  <a:pt x="11429" y="14206"/>
                </a:cubicBezTo>
                <a:lnTo>
                  <a:pt x="11429" y="0"/>
                </a:lnTo>
                <a:close/>
              </a:path>
            </a:pathLst>
          </a:custGeom>
          <a:gradFill>
            <a:gsLst>
              <a:gs pos="0">
                <a:schemeClr val="accent1"/>
              </a:gs>
              <a:gs pos="100000">
                <a:schemeClr val="accent2"/>
              </a:gs>
            </a:gsLst>
            <a:path path="circle">
              <a:fillToRect b="50%" l="50%" r="50%" t="50%"/>
            </a:path>
            <a:tileRect/>
          </a:gradFill>
          <a:ln>
            <a:noFill/>
          </a:ln>
          <a:effectLst>
            <a:outerShdw blurRad="242888"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3132193" y="0"/>
            <a:ext cx="840582" cy="541844"/>
          </a:xfrm>
          <a:custGeom>
            <a:rect b="b" l="l" r="r" t="t"/>
            <a:pathLst>
              <a:path extrusionOk="0" h="2211" w="3430">
                <a:moveTo>
                  <a:pt x="866" y="0"/>
                </a:moveTo>
                <a:cubicBezTo>
                  <a:pt x="685" y="630"/>
                  <a:pt x="407" y="1453"/>
                  <a:pt x="1" y="2211"/>
                </a:cubicBezTo>
                <a:cubicBezTo>
                  <a:pt x="887" y="2211"/>
                  <a:pt x="1603" y="2061"/>
                  <a:pt x="2052" y="1709"/>
                </a:cubicBezTo>
                <a:cubicBezTo>
                  <a:pt x="2724" y="1164"/>
                  <a:pt x="3163" y="577"/>
                  <a:pt x="3429" y="0"/>
                </a:cubicBezTo>
                <a:close/>
              </a:path>
            </a:pathLst>
          </a:custGeom>
          <a:gradFill>
            <a:gsLst>
              <a:gs pos="0">
                <a:schemeClr val="accent1"/>
              </a:gs>
              <a:gs pos="100000">
                <a:schemeClr val="accent2"/>
              </a:gs>
            </a:gsLst>
            <a:path path="circle">
              <a:fillToRect b="50%" l="50%" r="50%" t="50%"/>
            </a:path>
            <a:tileRect/>
          </a:gradFill>
          <a:ln>
            <a:noFill/>
          </a:ln>
          <a:effectLst>
            <a:outerShdw blurRad="200025"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0"/>
          <p:cNvSpPr/>
          <p:nvPr/>
        </p:nvSpPr>
        <p:spPr>
          <a:xfrm>
            <a:off x="12225" y="3506687"/>
            <a:ext cx="3952694" cy="1636806"/>
          </a:xfrm>
          <a:custGeom>
            <a:rect b="b" l="l" r="r" t="t"/>
            <a:pathLst>
              <a:path extrusionOk="0" h="6679" w="16129">
                <a:moveTo>
                  <a:pt x="3975" y="0"/>
                </a:moveTo>
                <a:cubicBezTo>
                  <a:pt x="2628" y="0"/>
                  <a:pt x="1115" y="710"/>
                  <a:pt x="0" y="1371"/>
                </a:cubicBezTo>
                <a:lnTo>
                  <a:pt x="0" y="6614"/>
                </a:lnTo>
                <a:lnTo>
                  <a:pt x="32" y="6678"/>
                </a:lnTo>
                <a:lnTo>
                  <a:pt x="16128" y="6678"/>
                </a:lnTo>
                <a:cubicBezTo>
                  <a:pt x="14985" y="5568"/>
                  <a:pt x="13010" y="4489"/>
                  <a:pt x="11717" y="4179"/>
                </a:cubicBezTo>
                <a:cubicBezTo>
                  <a:pt x="11467" y="4119"/>
                  <a:pt x="11220" y="4094"/>
                  <a:pt x="10978" y="4094"/>
                </a:cubicBezTo>
                <a:cubicBezTo>
                  <a:pt x="9403" y="4094"/>
                  <a:pt x="8030" y="5191"/>
                  <a:pt x="7299" y="5191"/>
                </a:cubicBezTo>
                <a:cubicBezTo>
                  <a:pt x="7159" y="5191"/>
                  <a:pt x="7043" y="5151"/>
                  <a:pt x="6953" y="5055"/>
                </a:cubicBezTo>
                <a:cubicBezTo>
                  <a:pt x="6324" y="4383"/>
                  <a:pt x="7584" y="1947"/>
                  <a:pt x="5661" y="516"/>
                </a:cubicBezTo>
                <a:cubicBezTo>
                  <a:pt x="5169" y="148"/>
                  <a:pt x="4589" y="0"/>
                  <a:pt x="3975" y="0"/>
                </a:cubicBezTo>
                <a:close/>
              </a:path>
            </a:pathLst>
          </a:custGeom>
          <a:gradFill>
            <a:gsLst>
              <a:gs pos="0">
                <a:schemeClr val="accent1"/>
              </a:gs>
              <a:gs pos="100000">
                <a:schemeClr val="accent2"/>
              </a:gs>
            </a:gsLst>
            <a:path path="circle">
              <a:fillToRect b="50%" l="50%" r="50%" t="50%"/>
            </a:path>
            <a:tileRect/>
          </a:gradFill>
          <a:ln>
            <a:noFill/>
          </a:ln>
          <a:effectLst>
            <a:outerShdw blurRad="128588" rotWithShape="0" algn="bl" dir="3840000" dist="9525">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p:nvPr/>
        </p:nvSpPr>
        <p:spPr>
          <a:xfrm>
            <a:off x="12225" y="0"/>
            <a:ext cx="3332183" cy="3515493"/>
          </a:xfrm>
          <a:custGeom>
            <a:rect b="b" l="l" r="r" t="t"/>
            <a:pathLst>
              <a:path extrusionOk="0" h="14345" w="13597">
                <a:moveTo>
                  <a:pt x="0" y="0"/>
                </a:moveTo>
                <a:lnTo>
                  <a:pt x="0" y="14344"/>
                </a:lnTo>
                <a:cubicBezTo>
                  <a:pt x="96" y="14227"/>
                  <a:pt x="182" y="14024"/>
                  <a:pt x="235" y="13703"/>
                </a:cubicBezTo>
                <a:cubicBezTo>
                  <a:pt x="770" y="10734"/>
                  <a:pt x="3269" y="11887"/>
                  <a:pt x="4304" y="10542"/>
                </a:cubicBezTo>
                <a:cubicBezTo>
                  <a:pt x="5714" y="8705"/>
                  <a:pt x="2852" y="5992"/>
                  <a:pt x="3803" y="5426"/>
                </a:cubicBezTo>
                <a:cubicBezTo>
                  <a:pt x="4120" y="5239"/>
                  <a:pt x="4417" y="5205"/>
                  <a:pt x="4692" y="5205"/>
                </a:cubicBezTo>
                <a:cubicBezTo>
                  <a:pt x="4854" y="5205"/>
                  <a:pt x="5008" y="5216"/>
                  <a:pt x="5154" y="5216"/>
                </a:cubicBezTo>
                <a:cubicBezTo>
                  <a:pt x="5513" y="5216"/>
                  <a:pt x="5823" y="5144"/>
                  <a:pt x="6077" y="4646"/>
                </a:cubicBezTo>
                <a:cubicBezTo>
                  <a:pt x="6184" y="4454"/>
                  <a:pt x="6195" y="4133"/>
                  <a:pt x="6206" y="3791"/>
                </a:cubicBezTo>
                <a:cubicBezTo>
                  <a:pt x="6215" y="3268"/>
                  <a:pt x="6188" y="2759"/>
                  <a:pt x="6684" y="2759"/>
                </a:cubicBezTo>
                <a:cubicBezTo>
                  <a:pt x="6795" y="2759"/>
                  <a:pt x="6933" y="2784"/>
                  <a:pt x="7103" y="2841"/>
                </a:cubicBezTo>
                <a:cubicBezTo>
                  <a:pt x="7923" y="3126"/>
                  <a:pt x="8678" y="4427"/>
                  <a:pt x="9937" y="4427"/>
                </a:cubicBezTo>
                <a:cubicBezTo>
                  <a:pt x="10285" y="4427"/>
                  <a:pt x="10672" y="4327"/>
                  <a:pt x="11109" y="4080"/>
                </a:cubicBezTo>
                <a:cubicBezTo>
                  <a:pt x="12465" y="3321"/>
                  <a:pt x="13234" y="1282"/>
                  <a:pt x="13597" y="0"/>
                </a:cubicBezTo>
                <a:close/>
              </a:path>
            </a:pathLst>
          </a:custGeom>
          <a:gradFill>
            <a:gsLst>
              <a:gs pos="0">
                <a:schemeClr val="accent1"/>
              </a:gs>
              <a:gs pos="100000">
                <a:schemeClr val="accent2"/>
              </a:gs>
            </a:gsLst>
            <a:path path="circle">
              <a:fillToRect b="50%" l="50%" r="50%" t="50%"/>
            </a:path>
            <a:tileRect/>
          </a:gradFill>
          <a:ln>
            <a:noFill/>
          </a:ln>
          <a:effectLst>
            <a:outerShdw blurRad="200025"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4_Diapositiva de título">
    <p:bg>
      <p:bgPr>
        <a:gradFill>
          <a:gsLst>
            <a:gs pos="0">
              <a:schemeClr val="accent1"/>
            </a:gs>
            <a:gs pos="100000">
              <a:schemeClr val="accent2"/>
            </a:gs>
          </a:gsLst>
          <a:path path="circle">
            <a:fillToRect b="50%" l="50%" r="50%" t="50%"/>
          </a:path>
          <a:tileRect/>
        </a:gradFill>
      </p:bgPr>
    </p:bg>
    <p:spTree>
      <p:nvGrpSpPr>
        <p:cNvPr id="236" name="Shape 236"/>
        <p:cNvGrpSpPr/>
        <p:nvPr/>
      </p:nvGrpSpPr>
      <p:grpSpPr>
        <a:xfrm>
          <a:off x="0" y="0"/>
          <a:ext cx="0" cy="0"/>
          <a:chOff x="0" y="0"/>
          <a:chExt cx="0" cy="0"/>
        </a:xfrm>
      </p:grpSpPr>
      <p:sp>
        <p:nvSpPr>
          <p:cNvPr id="237" name="Google Shape;237;p31"/>
          <p:cNvSpPr/>
          <p:nvPr/>
        </p:nvSpPr>
        <p:spPr>
          <a:xfrm flipH="1">
            <a:off x="1028325" y="399713"/>
            <a:ext cx="7083900" cy="4344000"/>
          </a:xfrm>
          <a:prstGeom prst="rect">
            <a:avLst/>
          </a:prstGeom>
          <a:noFill/>
          <a:ln cap="flat" cmpd="sng" w="38100">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r">
              <a:spcBef>
                <a:spcPts val="0"/>
              </a:spcBef>
              <a:spcAft>
                <a:spcPts val="0"/>
              </a:spcAft>
              <a:buNone/>
            </a:pPr>
            <a:r>
              <a:t/>
            </a:r>
            <a:endParaRPr sz="1100">
              <a:solidFill>
                <a:srgbClr val="434343"/>
              </a:solidFill>
            </a:endParaRPr>
          </a:p>
        </p:txBody>
      </p:sp>
      <p:sp>
        <p:nvSpPr>
          <p:cNvPr id="238" name="Google Shape;238;p31"/>
          <p:cNvSpPr txBox="1"/>
          <p:nvPr>
            <p:ph type="ctrTitle"/>
          </p:nvPr>
        </p:nvSpPr>
        <p:spPr>
          <a:xfrm>
            <a:off x="1709636" y="1515646"/>
            <a:ext cx="5724600" cy="1241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accent6"/>
              </a:buClr>
              <a:buSzPts val="5000"/>
              <a:buNone/>
              <a:defRPr b="0" sz="5000">
                <a:solidFill>
                  <a:schemeClr val="accent6"/>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9" name="Google Shape;239;p31"/>
          <p:cNvSpPr txBox="1"/>
          <p:nvPr>
            <p:ph idx="1" type="subTitle"/>
          </p:nvPr>
        </p:nvSpPr>
        <p:spPr>
          <a:xfrm>
            <a:off x="3206903" y="3227865"/>
            <a:ext cx="2724600" cy="10044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accent6"/>
              </a:buClr>
              <a:buSzPts val="1200"/>
              <a:buNone/>
              <a:defRPr sz="1200">
                <a:solidFill>
                  <a:schemeClr val="accent6"/>
                </a:solidFill>
              </a:defRPr>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cxnSp>
        <p:nvCxnSpPr>
          <p:cNvPr id="240" name="Google Shape;240;p31"/>
          <p:cNvCxnSpPr/>
          <p:nvPr/>
        </p:nvCxnSpPr>
        <p:spPr>
          <a:xfrm rot="10800000">
            <a:off x="2962931" y="2914144"/>
            <a:ext cx="3212400" cy="0"/>
          </a:xfrm>
          <a:prstGeom prst="straightConnector1">
            <a:avLst/>
          </a:prstGeom>
          <a:noFill/>
          <a:ln cap="flat" cmpd="sng" w="38100">
            <a:solidFill>
              <a:schemeClr val="accent6"/>
            </a:solidFill>
            <a:prstDash val="solid"/>
            <a:miter lim="800000"/>
            <a:headEnd len="sm" w="sm" type="none"/>
            <a:tailEnd len="sm" w="sm" type="none"/>
          </a:ln>
        </p:spPr>
      </p:cxnSp>
      <p:sp>
        <p:nvSpPr>
          <p:cNvPr id="241" name="Google Shape;241;p31"/>
          <p:cNvSpPr/>
          <p:nvPr/>
        </p:nvSpPr>
        <p:spPr>
          <a:xfrm>
            <a:off x="4863180" y="3041523"/>
            <a:ext cx="4277414" cy="2101968"/>
          </a:xfrm>
          <a:custGeom>
            <a:rect b="b" l="l" r="r" t="t"/>
            <a:pathLst>
              <a:path extrusionOk="0" h="8582" w="17464">
                <a:moveTo>
                  <a:pt x="16370" y="1"/>
                </a:moveTo>
                <a:cubicBezTo>
                  <a:pt x="15547" y="1"/>
                  <a:pt x="14791" y="341"/>
                  <a:pt x="14270" y="1361"/>
                </a:cubicBezTo>
                <a:cubicBezTo>
                  <a:pt x="13465" y="2920"/>
                  <a:pt x="12816" y="3336"/>
                  <a:pt x="12233" y="3336"/>
                </a:cubicBezTo>
                <a:cubicBezTo>
                  <a:pt x="11826" y="3336"/>
                  <a:pt x="11450" y="3132"/>
                  <a:pt x="11077" y="2974"/>
                </a:cubicBezTo>
                <a:cubicBezTo>
                  <a:pt x="10441" y="2702"/>
                  <a:pt x="8470" y="1319"/>
                  <a:pt x="6737" y="1319"/>
                </a:cubicBezTo>
                <a:cubicBezTo>
                  <a:pt x="6024" y="1319"/>
                  <a:pt x="5351" y="1553"/>
                  <a:pt x="4828" y="2194"/>
                </a:cubicBezTo>
                <a:cubicBezTo>
                  <a:pt x="3349" y="4029"/>
                  <a:pt x="3405" y="4562"/>
                  <a:pt x="3059" y="4562"/>
                </a:cubicBezTo>
                <a:cubicBezTo>
                  <a:pt x="2988" y="4562"/>
                  <a:pt x="2899" y="4539"/>
                  <a:pt x="2777" y="4501"/>
                </a:cubicBezTo>
                <a:cubicBezTo>
                  <a:pt x="2423" y="4385"/>
                  <a:pt x="1922" y="4163"/>
                  <a:pt x="1460" y="4163"/>
                </a:cubicBezTo>
                <a:cubicBezTo>
                  <a:pt x="991" y="4163"/>
                  <a:pt x="563" y="4393"/>
                  <a:pt x="375" y="5196"/>
                </a:cubicBezTo>
                <a:cubicBezTo>
                  <a:pt x="0" y="6787"/>
                  <a:pt x="1870" y="7257"/>
                  <a:pt x="1870" y="7257"/>
                </a:cubicBezTo>
                <a:lnTo>
                  <a:pt x="5822" y="7919"/>
                </a:lnTo>
                <a:lnTo>
                  <a:pt x="10094" y="7257"/>
                </a:lnTo>
                <a:lnTo>
                  <a:pt x="11376" y="8581"/>
                </a:lnTo>
                <a:lnTo>
                  <a:pt x="17464" y="8581"/>
                </a:lnTo>
                <a:lnTo>
                  <a:pt x="17464" y="165"/>
                </a:lnTo>
                <a:cubicBezTo>
                  <a:pt x="17096" y="65"/>
                  <a:pt x="16726" y="1"/>
                  <a:pt x="16370" y="1"/>
                </a:cubicBezTo>
                <a:close/>
              </a:path>
            </a:pathLst>
          </a:custGeom>
          <a:gradFill>
            <a:gsLst>
              <a:gs pos="0">
                <a:schemeClr val="accent1"/>
              </a:gs>
              <a:gs pos="100000">
                <a:schemeClr val="accent2"/>
              </a:gs>
            </a:gsLst>
            <a:path path="circle">
              <a:fillToRect b="50%" l="50%" r="50%" t="50%"/>
            </a:path>
            <a:tileRect/>
          </a:gradFill>
          <a:ln>
            <a:noFill/>
          </a:ln>
          <a:effectLst>
            <a:outerShdw blurRad="185738" rotWithShape="0" algn="bl" dir="83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1"/>
          <p:cNvSpPr/>
          <p:nvPr/>
        </p:nvSpPr>
        <p:spPr>
          <a:xfrm>
            <a:off x="5004272" y="0"/>
            <a:ext cx="2307201" cy="716694"/>
          </a:xfrm>
          <a:custGeom>
            <a:rect b="b" l="l" r="r" t="t"/>
            <a:pathLst>
              <a:path extrusionOk="0" h="1072" w="3451">
                <a:moveTo>
                  <a:pt x="128" y="1"/>
                </a:moveTo>
                <a:cubicBezTo>
                  <a:pt x="0" y="300"/>
                  <a:pt x="21" y="599"/>
                  <a:pt x="278" y="877"/>
                </a:cubicBezTo>
                <a:cubicBezTo>
                  <a:pt x="404" y="1013"/>
                  <a:pt x="581" y="1072"/>
                  <a:pt x="797" y="1072"/>
                </a:cubicBezTo>
                <a:cubicBezTo>
                  <a:pt x="1455" y="1072"/>
                  <a:pt x="2468" y="524"/>
                  <a:pt x="3450" y="1"/>
                </a:cubicBez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8100000" dist="571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1"/>
          <p:cNvSpPr/>
          <p:nvPr/>
        </p:nvSpPr>
        <p:spPr>
          <a:xfrm>
            <a:off x="7527484" y="0"/>
            <a:ext cx="1613116" cy="3240912"/>
          </a:xfrm>
          <a:custGeom>
            <a:rect b="b" l="l" r="r" t="t"/>
            <a:pathLst>
              <a:path extrusionOk="0" h="9272" w="4615">
                <a:moveTo>
                  <a:pt x="2372" y="1"/>
                </a:moveTo>
                <a:cubicBezTo>
                  <a:pt x="2105" y="1090"/>
                  <a:pt x="1" y="1902"/>
                  <a:pt x="374" y="3280"/>
                </a:cubicBezTo>
                <a:cubicBezTo>
                  <a:pt x="759" y="4690"/>
                  <a:pt x="2062" y="4209"/>
                  <a:pt x="2916" y="5609"/>
                </a:cubicBezTo>
                <a:cubicBezTo>
                  <a:pt x="3632" y="6794"/>
                  <a:pt x="3248" y="8225"/>
                  <a:pt x="4615" y="9272"/>
                </a:cubicBezTo>
                <a:lnTo>
                  <a:pt x="4615" y="1"/>
                </a:ln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8100000" dist="571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1"/>
          <p:cNvSpPr/>
          <p:nvPr/>
        </p:nvSpPr>
        <p:spPr>
          <a:xfrm>
            <a:off x="1360333" y="4515993"/>
            <a:ext cx="1365716" cy="627504"/>
          </a:xfrm>
          <a:custGeom>
            <a:rect b="b" l="l" r="r" t="t"/>
            <a:pathLst>
              <a:path extrusionOk="0" h="2562" w="5576">
                <a:moveTo>
                  <a:pt x="3087" y="0"/>
                </a:moveTo>
                <a:cubicBezTo>
                  <a:pt x="2895" y="0"/>
                  <a:pt x="2689" y="46"/>
                  <a:pt x="2467" y="147"/>
                </a:cubicBezTo>
                <a:cubicBezTo>
                  <a:pt x="1399" y="628"/>
                  <a:pt x="791" y="1782"/>
                  <a:pt x="1" y="2561"/>
                </a:cubicBezTo>
                <a:lnTo>
                  <a:pt x="5576" y="2561"/>
                </a:lnTo>
                <a:lnTo>
                  <a:pt x="5565" y="2551"/>
                </a:lnTo>
                <a:cubicBezTo>
                  <a:pt x="4932" y="1706"/>
                  <a:pt x="4266" y="0"/>
                  <a:pt x="3087" y="0"/>
                </a:cubicBez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1788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1"/>
          <p:cNvSpPr/>
          <p:nvPr/>
        </p:nvSpPr>
        <p:spPr>
          <a:xfrm>
            <a:off x="-11145" y="4049649"/>
            <a:ext cx="703922" cy="1093846"/>
          </a:xfrm>
          <a:custGeom>
            <a:rect b="b" l="l" r="r" t="t"/>
            <a:pathLst>
              <a:path extrusionOk="0" h="4466" w="2874">
                <a:moveTo>
                  <a:pt x="0" y="1"/>
                </a:moveTo>
                <a:lnTo>
                  <a:pt x="0" y="4465"/>
                </a:lnTo>
                <a:lnTo>
                  <a:pt x="2874" y="4465"/>
                </a:lnTo>
                <a:cubicBezTo>
                  <a:pt x="2297" y="3152"/>
                  <a:pt x="1977" y="556"/>
                  <a:pt x="0" y="1"/>
                </a:cubicBez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1"/>
          <p:cNvSpPr/>
          <p:nvPr/>
        </p:nvSpPr>
        <p:spPr>
          <a:xfrm>
            <a:off x="4083572" y="4223548"/>
            <a:ext cx="4136336" cy="919948"/>
          </a:xfrm>
          <a:custGeom>
            <a:rect b="b" l="l" r="r" t="t"/>
            <a:pathLst>
              <a:path extrusionOk="0" h="3756" w="16888">
                <a:moveTo>
                  <a:pt x="7399" y="1"/>
                </a:moveTo>
                <a:cubicBezTo>
                  <a:pt x="5849" y="1"/>
                  <a:pt x="4332" y="422"/>
                  <a:pt x="3013" y="1523"/>
                </a:cubicBezTo>
                <a:cubicBezTo>
                  <a:pt x="1731" y="2591"/>
                  <a:pt x="759" y="3339"/>
                  <a:pt x="1" y="3755"/>
                </a:cubicBezTo>
                <a:lnTo>
                  <a:pt x="16887" y="3755"/>
                </a:lnTo>
                <a:cubicBezTo>
                  <a:pt x="15103" y="2478"/>
                  <a:pt x="11156" y="1"/>
                  <a:pt x="7399" y="1"/>
                </a:cubicBezTo>
                <a:close/>
              </a:path>
            </a:pathLst>
          </a:custGeom>
          <a:gradFill>
            <a:gsLst>
              <a:gs pos="0">
                <a:schemeClr val="accent1"/>
              </a:gs>
              <a:gs pos="100000">
                <a:schemeClr val="accent2"/>
              </a:gs>
            </a:gsLst>
            <a:path path="circle">
              <a:fillToRect b="50%" l="50%" r="50%" t="50%"/>
            </a:path>
            <a:tileRect/>
          </a:gradFill>
          <a:ln>
            <a:noFill/>
          </a:ln>
          <a:effectLst>
            <a:outerShdw blurRad="185738" rotWithShape="0" algn="bl" dir="17460000" dist="9525">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1"/>
          <p:cNvSpPr/>
          <p:nvPr/>
        </p:nvSpPr>
        <p:spPr>
          <a:xfrm>
            <a:off x="-11145" y="1446793"/>
            <a:ext cx="902803" cy="2503649"/>
          </a:xfrm>
          <a:custGeom>
            <a:rect b="b" l="l" r="r" t="t"/>
            <a:pathLst>
              <a:path extrusionOk="0" h="10222" w="3686">
                <a:moveTo>
                  <a:pt x="0" y="1"/>
                </a:moveTo>
                <a:lnTo>
                  <a:pt x="0" y="10222"/>
                </a:lnTo>
                <a:cubicBezTo>
                  <a:pt x="1251" y="9421"/>
                  <a:pt x="3012" y="9955"/>
                  <a:pt x="3237" y="9101"/>
                </a:cubicBezTo>
                <a:cubicBezTo>
                  <a:pt x="3515" y="8086"/>
                  <a:pt x="781" y="7765"/>
                  <a:pt x="674" y="6676"/>
                </a:cubicBezTo>
                <a:cubicBezTo>
                  <a:pt x="534" y="5244"/>
                  <a:pt x="3686" y="5309"/>
                  <a:pt x="3344" y="2628"/>
                </a:cubicBezTo>
                <a:cubicBezTo>
                  <a:pt x="3119" y="844"/>
                  <a:pt x="1229" y="225"/>
                  <a:pt x="0" y="1"/>
                </a:cubicBez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1"/>
          <p:cNvSpPr/>
          <p:nvPr/>
        </p:nvSpPr>
        <p:spPr>
          <a:xfrm>
            <a:off x="-123558" y="0"/>
            <a:ext cx="3404969" cy="2815414"/>
          </a:xfrm>
          <a:custGeom>
            <a:rect b="b" l="l" r="r" t="t"/>
            <a:pathLst>
              <a:path extrusionOk="0" h="9742" w="11782">
                <a:moveTo>
                  <a:pt x="459" y="1"/>
                </a:moveTo>
                <a:lnTo>
                  <a:pt x="459" y="9742"/>
                </a:lnTo>
                <a:cubicBezTo>
                  <a:pt x="823" y="9699"/>
                  <a:pt x="1100" y="9603"/>
                  <a:pt x="1271" y="9454"/>
                </a:cubicBezTo>
                <a:cubicBezTo>
                  <a:pt x="2425" y="8439"/>
                  <a:pt x="1" y="5886"/>
                  <a:pt x="1133" y="5555"/>
                </a:cubicBezTo>
                <a:cubicBezTo>
                  <a:pt x="1262" y="5518"/>
                  <a:pt x="1409" y="5502"/>
                  <a:pt x="1569" y="5502"/>
                </a:cubicBezTo>
                <a:cubicBezTo>
                  <a:pt x="2574" y="5502"/>
                  <a:pt x="4088" y="6129"/>
                  <a:pt x="4990" y="6129"/>
                </a:cubicBezTo>
                <a:cubicBezTo>
                  <a:pt x="5197" y="6129"/>
                  <a:pt x="5372" y="6096"/>
                  <a:pt x="5501" y="6014"/>
                </a:cubicBezTo>
                <a:cubicBezTo>
                  <a:pt x="6782" y="5192"/>
                  <a:pt x="4764" y="3120"/>
                  <a:pt x="5159" y="2426"/>
                </a:cubicBezTo>
                <a:cubicBezTo>
                  <a:pt x="6078" y="812"/>
                  <a:pt x="10041" y="2180"/>
                  <a:pt x="11781" y="1"/>
                </a:cubicBezTo>
                <a:close/>
              </a:path>
            </a:pathLst>
          </a:custGeom>
          <a:gradFill>
            <a:gsLst>
              <a:gs pos="0">
                <a:schemeClr val="accent1"/>
              </a:gs>
              <a:gs pos="100000">
                <a:schemeClr val="accent2"/>
              </a:gs>
            </a:gsLst>
            <a:path path="circle">
              <a:fillToRect b="50%" l="50%" r="50%" t="50%"/>
            </a:path>
            <a:tileRect/>
          </a:gradFill>
          <a:ln>
            <a:noFill/>
          </a:ln>
          <a:effectLst>
            <a:outerShdw blurRad="171450" rotWithShape="0" algn="bl" dir="8100000" dist="571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SUBTITLE">
  <p:cSld name="1_Título y objetos_2">
    <p:bg>
      <p:bgPr>
        <a:gradFill>
          <a:gsLst>
            <a:gs pos="0">
              <a:schemeClr val="accent1"/>
            </a:gs>
            <a:gs pos="100000">
              <a:schemeClr val="accent2"/>
            </a:gs>
          </a:gsLst>
          <a:path path="circle">
            <a:fillToRect b="50%" l="50%" r="50%" t="50%"/>
          </a:path>
          <a:tileRect/>
        </a:gradFill>
      </p:bgPr>
    </p:bg>
    <p:spTree>
      <p:nvGrpSpPr>
        <p:cNvPr id="249" name="Shape 249"/>
        <p:cNvGrpSpPr/>
        <p:nvPr/>
      </p:nvGrpSpPr>
      <p:grpSpPr>
        <a:xfrm>
          <a:off x="0" y="0"/>
          <a:ext cx="0" cy="0"/>
          <a:chOff x="0" y="0"/>
          <a:chExt cx="0" cy="0"/>
        </a:xfrm>
      </p:grpSpPr>
      <p:sp>
        <p:nvSpPr>
          <p:cNvPr id="250" name="Google Shape;250;p32"/>
          <p:cNvSpPr/>
          <p:nvPr/>
        </p:nvSpPr>
        <p:spPr>
          <a:xfrm flipH="1">
            <a:off x="2266913" y="876994"/>
            <a:ext cx="4606800" cy="4323900"/>
          </a:xfrm>
          <a:prstGeom prst="rect">
            <a:avLst/>
          </a:prstGeom>
          <a:noFill/>
          <a:ln cap="flat" cmpd="sng" w="2857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r">
              <a:spcBef>
                <a:spcPts val="0"/>
              </a:spcBef>
              <a:spcAft>
                <a:spcPts val="0"/>
              </a:spcAft>
              <a:buNone/>
            </a:pPr>
            <a:r>
              <a:t/>
            </a:r>
            <a:endParaRPr sz="1100">
              <a:solidFill>
                <a:srgbClr val="434343"/>
              </a:solidFill>
            </a:endParaRPr>
          </a:p>
        </p:txBody>
      </p:sp>
      <p:sp>
        <p:nvSpPr>
          <p:cNvPr id="251" name="Google Shape;251;p32"/>
          <p:cNvSpPr txBox="1"/>
          <p:nvPr>
            <p:ph hasCustomPrompt="1" type="title"/>
          </p:nvPr>
        </p:nvSpPr>
        <p:spPr>
          <a:xfrm>
            <a:off x="1375175" y="2420792"/>
            <a:ext cx="6390300" cy="723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5400"/>
              <a:buNone/>
              <a:defRPr b="0" sz="5400">
                <a:solidFill>
                  <a:schemeClr val="lt1"/>
                </a:solidFill>
              </a:defRPr>
            </a:lvl1pPr>
            <a:lvl2pPr lvl="1"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2pPr>
            <a:lvl3pPr lvl="2"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3pPr>
            <a:lvl4pPr lvl="3"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4pPr>
            <a:lvl5pPr lvl="4"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5pPr>
            <a:lvl6pPr lvl="5"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6pPr>
            <a:lvl7pPr lvl="6"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7pPr>
            <a:lvl8pPr lvl="7"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8pPr>
            <a:lvl9pPr lvl="8" rtl="0" algn="ctr">
              <a:spcBef>
                <a:spcPts val="0"/>
              </a:spcBef>
              <a:spcAft>
                <a:spcPts val="0"/>
              </a:spcAft>
              <a:buClr>
                <a:schemeClr val="lt1"/>
              </a:buClr>
              <a:buSzPts val="3900"/>
              <a:buFont typeface="Nunito Sans"/>
              <a:buNone/>
              <a:defRPr b="1" sz="3900">
                <a:solidFill>
                  <a:schemeClr val="lt1"/>
                </a:solidFill>
                <a:latin typeface="Nunito Sans"/>
                <a:ea typeface="Nunito Sans"/>
                <a:cs typeface="Nunito Sans"/>
                <a:sym typeface="Nunito Sans"/>
              </a:defRPr>
            </a:lvl9pPr>
          </a:lstStyle>
          <a:p>
            <a:r>
              <a:t>xx%</a:t>
            </a:r>
          </a:p>
        </p:txBody>
      </p:sp>
      <p:sp>
        <p:nvSpPr>
          <p:cNvPr id="252" name="Google Shape;252;p32"/>
          <p:cNvSpPr txBox="1"/>
          <p:nvPr>
            <p:ph idx="1" type="subTitle"/>
          </p:nvPr>
        </p:nvSpPr>
        <p:spPr>
          <a:xfrm>
            <a:off x="2895188" y="3034744"/>
            <a:ext cx="3353700" cy="23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200"/>
              <a:buFont typeface="Roboto"/>
              <a:buNone/>
              <a:defRPr sz="1200">
                <a:solidFill>
                  <a:schemeClr val="lt1"/>
                </a:solidFill>
              </a:defRPr>
            </a:lvl1pPr>
            <a:lvl2pPr lvl="1" rtl="0" algn="ctr">
              <a:lnSpc>
                <a:spcPct val="100000"/>
              </a:lnSpc>
              <a:spcBef>
                <a:spcPts val="0"/>
              </a:spcBef>
              <a:spcAft>
                <a:spcPts val="0"/>
              </a:spcAft>
              <a:buClr>
                <a:schemeClr val="lt1"/>
              </a:buClr>
              <a:buSzPts val="1200"/>
              <a:buFont typeface="Roboto"/>
              <a:buNone/>
              <a:defRPr>
                <a:solidFill>
                  <a:schemeClr val="lt1"/>
                </a:solidFill>
              </a:defRPr>
            </a:lvl2pPr>
            <a:lvl3pPr lvl="2" rtl="0" algn="ctr">
              <a:lnSpc>
                <a:spcPct val="100000"/>
              </a:lnSpc>
              <a:spcBef>
                <a:spcPts val="0"/>
              </a:spcBef>
              <a:spcAft>
                <a:spcPts val="0"/>
              </a:spcAft>
              <a:buClr>
                <a:schemeClr val="lt1"/>
              </a:buClr>
              <a:buSzPts val="1200"/>
              <a:buFont typeface="Roboto"/>
              <a:buNone/>
              <a:defRPr>
                <a:solidFill>
                  <a:schemeClr val="lt1"/>
                </a:solidFill>
              </a:defRPr>
            </a:lvl3pPr>
            <a:lvl4pPr lvl="3" rtl="0" algn="ctr">
              <a:lnSpc>
                <a:spcPct val="100000"/>
              </a:lnSpc>
              <a:spcBef>
                <a:spcPts val="0"/>
              </a:spcBef>
              <a:spcAft>
                <a:spcPts val="0"/>
              </a:spcAft>
              <a:buClr>
                <a:schemeClr val="lt1"/>
              </a:buClr>
              <a:buSzPts val="1200"/>
              <a:buFont typeface="Roboto"/>
              <a:buNone/>
              <a:defRPr>
                <a:solidFill>
                  <a:schemeClr val="lt1"/>
                </a:solidFill>
              </a:defRPr>
            </a:lvl4pPr>
            <a:lvl5pPr lvl="4" rtl="0" algn="ctr">
              <a:lnSpc>
                <a:spcPct val="100000"/>
              </a:lnSpc>
              <a:spcBef>
                <a:spcPts val="0"/>
              </a:spcBef>
              <a:spcAft>
                <a:spcPts val="0"/>
              </a:spcAft>
              <a:buClr>
                <a:schemeClr val="lt1"/>
              </a:buClr>
              <a:buSzPts val="1200"/>
              <a:buFont typeface="Roboto"/>
              <a:buNone/>
              <a:defRPr>
                <a:solidFill>
                  <a:schemeClr val="lt1"/>
                </a:solidFill>
              </a:defRPr>
            </a:lvl5pPr>
            <a:lvl6pPr lvl="5" rtl="0" algn="ctr">
              <a:lnSpc>
                <a:spcPct val="100000"/>
              </a:lnSpc>
              <a:spcBef>
                <a:spcPts val="0"/>
              </a:spcBef>
              <a:spcAft>
                <a:spcPts val="0"/>
              </a:spcAft>
              <a:buClr>
                <a:schemeClr val="lt1"/>
              </a:buClr>
              <a:buSzPts val="900"/>
              <a:buFont typeface="Roboto"/>
              <a:buNone/>
              <a:defRPr sz="900">
                <a:solidFill>
                  <a:schemeClr val="lt1"/>
                </a:solidFill>
                <a:latin typeface="Roboto"/>
                <a:ea typeface="Roboto"/>
                <a:cs typeface="Roboto"/>
                <a:sym typeface="Roboto"/>
              </a:defRPr>
            </a:lvl6pPr>
            <a:lvl7pPr lvl="6" rtl="0" algn="ctr">
              <a:lnSpc>
                <a:spcPct val="100000"/>
              </a:lnSpc>
              <a:spcBef>
                <a:spcPts val="0"/>
              </a:spcBef>
              <a:spcAft>
                <a:spcPts val="0"/>
              </a:spcAft>
              <a:buClr>
                <a:schemeClr val="lt1"/>
              </a:buClr>
              <a:buSzPts val="900"/>
              <a:buFont typeface="Roboto"/>
              <a:buNone/>
              <a:defRPr sz="900">
                <a:solidFill>
                  <a:schemeClr val="lt1"/>
                </a:solidFill>
                <a:latin typeface="Roboto"/>
                <a:ea typeface="Roboto"/>
                <a:cs typeface="Roboto"/>
                <a:sym typeface="Roboto"/>
              </a:defRPr>
            </a:lvl7pPr>
            <a:lvl8pPr lvl="7" rtl="0" algn="ctr">
              <a:lnSpc>
                <a:spcPct val="100000"/>
              </a:lnSpc>
              <a:spcBef>
                <a:spcPts val="0"/>
              </a:spcBef>
              <a:spcAft>
                <a:spcPts val="0"/>
              </a:spcAft>
              <a:buClr>
                <a:schemeClr val="lt1"/>
              </a:buClr>
              <a:buSzPts val="900"/>
              <a:buFont typeface="Roboto"/>
              <a:buNone/>
              <a:defRPr sz="900">
                <a:solidFill>
                  <a:schemeClr val="lt1"/>
                </a:solidFill>
                <a:latin typeface="Roboto"/>
                <a:ea typeface="Roboto"/>
                <a:cs typeface="Roboto"/>
                <a:sym typeface="Roboto"/>
              </a:defRPr>
            </a:lvl8pPr>
            <a:lvl9pPr lvl="8" rtl="0" algn="ctr">
              <a:lnSpc>
                <a:spcPct val="100000"/>
              </a:lnSpc>
              <a:spcBef>
                <a:spcPts val="0"/>
              </a:spcBef>
              <a:spcAft>
                <a:spcPts val="0"/>
              </a:spcAft>
              <a:buClr>
                <a:schemeClr val="lt1"/>
              </a:buClr>
              <a:buSzPts val="900"/>
              <a:buFont typeface="Roboto"/>
              <a:buNone/>
              <a:defRPr sz="900">
                <a:solidFill>
                  <a:schemeClr val="lt1"/>
                </a:solidFill>
                <a:latin typeface="Roboto"/>
                <a:ea typeface="Roboto"/>
                <a:cs typeface="Roboto"/>
                <a:sym typeface="Roboto"/>
              </a:defRPr>
            </a:lvl9pPr>
          </a:lstStyle>
          <a:p/>
        </p:txBody>
      </p:sp>
      <p:sp>
        <p:nvSpPr>
          <p:cNvPr id="253" name="Google Shape;253;p32"/>
          <p:cNvSpPr/>
          <p:nvPr/>
        </p:nvSpPr>
        <p:spPr>
          <a:xfrm flipH="1" rot="10800000">
            <a:off x="5059867" y="0"/>
            <a:ext cx="4037101" cy="1751811"/>
          </a:xfrm>
          <a:custGeom>
            <a:rect b="b" l="l" r="r" t="t"/>
            <a:pathLst>
              <a:path extrusionOk="0" h="7152" w="16482">
                <a:moveTo>
                  <a:pt x="12713" y="1"/>
                </a:moveTo>
                <a:cubicBezTo>
                  <a:pt x="12371" y="1"/>
                  <a:pt x="12082" y="52"/>
                  <a:pt x="11867" y="166"/>
                </a:cubicBezTo>
                <a:cubicBezTo>
                  <a:pt x="9966" y="1202"/>
                  <a:pt x="12508" y="5496"/>
                  <a:pt x="10842" y="5581"/>
                </a:cubicBezTo>
                <a:cubicBezTo>
                  <a:pt x="10817" y="5582"/>
                  <a:pt x="10791" y="5583"/>
                  <a:pt x="10766" y="5583"/>
                </a:cubicBezTo>
                <a:cubicBezTo>
                  <a:pt x="9256" y="5583"/>
                  <a:pt x="8019" y="3281"/>
                  <a:pt x="6884" y="3281"/>
                </a:cubicBezTo>
                <a:cubicBezTo>
                  <a:pt x="6793" y="3281"/>
                  <a:pt x="6702" y="3296"/>
                  <a:pt x="6612" y="3328"/>
                </a:cubicBezTo>
                <a:cubicBezTo>
                  <a:pt x="5384" y="3765"/>
                  <a:pt x="6836" y="6692"/>
                  <a:pt x="5715" y="6905"/>
                </a:cubicBezTo>
                <a:cubicBezTo>
                  <a:pt x="5677" y="6913"/>
                  <a:pt x="5638" y="6916"/>
                  <a:pt x="5597" y="6916"/>
                </a:cubicBezTo>
                <a:cubicBezTo>
                  <a:pt x="4898" y="6916"/>
                  <a:pt x="3858" y="5884"/>
                  <a:pt x="2503" y="5884"/>
                </a:cubicBezTo>
                <a:cubicBezTo>
                  <a:pt x="1761" y="5884"/>
                  <a:pt x="926" y="6193"/>
                  <a:pt x="0" y="7152"/>
                </a:cubicBezTo>
                <a:lnTo>
                  <a:pt x="16481" y="7152"/>
                </a:lnTo>
                <a:lnTo>
                  <a:pt x="16481" y="935"/>
                </a:lnTo>
                <a:cubicBezTo>
                  <a:pt x="15078" y="407"/>
                  <a:pt x="13680" y="1"/>
                  <a:pt x="12713" y="1"/>
                </a:cubicBezTo>
                <a:close/>
              </a:path>
            </a:pathLst>
          </a:custGeom>
          <a:gradFill>
            <a:gsLst>
              <a:gs pos="0">
                <a:schemeClr val="accent1"/>
              </a:gs>
              <a:gs pos="100000">
                <a:schemeClr val="accent2"/>
              </a:gs>
            </a:gsLst>
            <a:path path="circle">
              <a:fillToRect b="50%" l="50%" r="50%" t="50%"/>
            </a:path>
            <a:tileRect/>
          </a:gradFill>
          <a:ln>
            <a:noFill/>
          </a:ln>
          <a:effectLst>
            <a:outerShdw blurRad="157163" rotWithShape="0" algn="bl" dir="10140000" dist="66675">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2"/>
          <p:cNvSpPr/>
          <p:nvPr/>
        </p:nvSpPr>
        <p:spPr>
          <a:xfrm flipH="1" rot="10800000">
            <a:off x="6" y="3324574"/>
            <a:ext cx="4319762" cy="1818924"/>
          </a:xfrm>
          <a:custGeom>
            <a:rect b="b" l="l" r="r" t="t"/>
            <a:pathLst>
              <a:path extrusionOk="0" h="7426" w="17636">
                <a:moveTo>
                  <a:pt x="1" y="0"/>
                </a:moveTo>
                <a:lnTo>
                  <a:pt x="1" y="7337"/>
                </a:lnTo>
                <a:cubicBezTo>
                  <a:pt x="269" y="7393"/>
                  <a:pt x="537" y="7425"/>
                  <a:pt x="798" y="7425"/>
                </a:cubicBezTo>
                <a:cubicBezTo>
                  <a:pt x="1649" y="7425"/>
                  <a:pt x="2433" y="7078"/>
                  <a:pt x="2981" y="6024"/>
                </a:cubicBezTo>
                <a:cubicBezTo>
                  <a:pt x="3804" y="4415"/>
                  <a:pt x="4473" y="3985"/>
                  <a:pt x="5073" y="3985"/>
                </a:cubicBezTo>
                <a:cubicBezTo>
                  <a:pt x="5492" y="3985"/>
                  <a:pt x="5878" y="4195"/>
                  <a:pt x="6260" y="4358"/>
                </a:cubicBezTo>
                <a:cubicBezTo>
                  <a:pt x="6925" y="4645"/>
                  <a:pt x="8958" y="6071"/>
                  <a:pt x="10742" y="6071"/>
                </a:cubicBezTo>
                <a:cubicBezTo>
                  <a:pt x="11479" y="6071"/>
                  <a:pt x="12174" y="5827"/>
                  <a:pt x="12711" y="5158"/>
                </a:cubicBezTo>
                <a:cubicBezTo>
                  <a:pt x="14242" y="3274"/>
                  <a:pt x="14182" y="2723"/>
                  <a:pt x="14535" y="2723"/>
                </a:cubicBezTo>
                <a:cubicBezTo>
                  <a:pt x="14608" y="2723"/>
                  <a:pt x="14699" y="2747"/>
                  <a:pt x="14826" y="2787"/>
                </a:cubicBezTo>
                <a:cubicBezTo>
                  <a:pt x="15192" y="2904"/>
                  <a:pt x="15715" y="3135"/>
                  <a:pt x="16195" y="3135"/>
                </a:cubicBezTo>
                <a:cubicBezTo>
                  <a:pt x="16680" y="3135"/>
                  <a:pt x="17121" y="2899"/>
                  <a:pt x="17315" y="2072"/>
                </a:cubicBezTo>
                <a:cubicBezTo>
                  <a:pt x="17635" y="726"/>
                  <a:pt x="16396" y="160"/>
                  <a:pt x="15936" y="0"/>
                </a:cubicBezTo>
                <a:close/>
              </a:path>
            </a:pathLst>
          </a:custGeom>
          <a:gradFill>
            <a:gsLst>
              <a:gs pos="0">
                <a:schemeClr val="accent1"/>
              </a:gs>
              <a:gs pos="100000">
                <a:schemeClr val="accent2"/>
              </a:gs>
            </a:gsLst>
            <a:path path="circle">
              <a:fillToRect b="50%" l="50%" r="50%" t="50%"/>
            </a:path>
            <a:tileRect/>
          </a:gradFill>
          <a:ln>
            <a:noFill/>
          </a:ln>
          <a:effectLst>
            <a:outerShdw blurRad="157163" rotWithShape="0" algn="bl" dir="1062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2"/>
          <p:cNvSpPr/>
          <p:nvPr/>
        </p:nvSpPr>
        <p:spPr>
          <a:xfrm flipH="1" rot="10800000">
            <a:off x="7359611" y="0"/>
            <a:ext cx="1784388" cy="1829457"/>
          </a:xfrm>
          <a:custGeom>
            <a:rect b="b" l="l" r="r" t="t"/>
            <a:pathLst>
              <a:path extrusionOk="0" h="7469" w="7285">
                <a:moveTo>
                  <a:pt x="6450" y="1"/>
                </a:moveTo>
                <a:cubicBezTo>
                  <a:pt x="6380" y="1"/>
                  <a:pt x="6309" y="15"/>
                  <a:pt x="6238" y="45"/>
                </a:cubicBezTo>
                <a:cubicBezTo>
                  <a:pt x="5265" y="441"/>
                  <a:pt x="6675" y="2801"/>
                  <a:pt x="5875" y="3548"/>
                </a:cubicBezTo>
                <a:cubicBezTo>
                  <a:pt x="5691" y="3722"/>
                  <a:pt x="5482" y="3788"/>
                  <a:pt x="5252" y="3788"/>
                </a:cubicBezTo>
                <a:cubicBezTo>
                  <a:pt x="4549" y="3788"/>
                  <a:pt x="3649" y="3177"/>
                  <a:pt x="2672" y="3177"/>
                </a:cubicBezTo>
                <a:cubicBezTo>
                  <a:pt x="2143" y="3177"/>
                  <a:pt x="1591" y="3357"/>
                  <a:pt x="1036" y="3911"/>
                </a:cubicBezTo>
                <a:cubicBezTo>
                  <a:pt x="0" y="4948"/>
                  <a:pt x="235" y="6368"/>
                  <a:pt x="673" y="7469"/>
                </a:cubicBezTo>
                <a:lnTo>
                  <a:pt x="7285" y="7469"/>
                </a:lnTo>
                <a:lnTo>
                  <a:pt x="7285" y="515"/>
                </a:lnTo>
                <a:cubicBezTo>
                  <a:pt x="6995" y="217"/>
                  <a:pt x="6726" y="1"/>
                  <a:pt x="6450" y="1"/>
                </a:cubicBezTo>
                <a:close/>
              </a:path>
            </a:pathLst>
          </a:custGeom>
          <a:gradFill>
            <a:gsLst>
              <a:gs pos="0">
                <a:schemeClr val="accent1"/>
              </a:gs>
              <a:gs pos="100000">
                <a:schemeClr val="accent2"/>
              </a:gs>
            </a:gsLst>
            <a:path path="circle">
              <a:fillToRect b="50%" l="50%" r="50%" t="50%"/>
            </a:path>
            <a:tileRect/>
          </a:gradFill>
          <a:ln>
            <a:noFill/>
          </a:ln>
          <a:effectLst>
            <a:outerShdw blurRad="157163" rotWithShape="0" algn="bl" dir="10140000" dist="66675">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2"/>
          <p:cNvSpPr/>
          <p:nvPr/>
        </p:nvSpPr>
        <p:spPr>
          <a:xfrm flipH="1" rot="10800000">
            <a:off x="-132275" y="1"/>
            <a:ext cx="2896416" cy="2836160"/>
          </a:xfrm>
          <a:custGeom>
            <a:rect b="b" l="l" r="r" t="t"/>
            <a:pathLst>
              <a:path extrusionOk="0" h="11579" w="11825">
                <a:moveTo>
                  <a:pt x="524" y="1"/>
                </a:moveTo>
                <a:lnTo>
                  <a:pt x="524" y="11579"/>
                </a:lnTo>
                <a:lnTo>
                  <a:pt x="9453" y="11579"/>
                </a:lnTo>
                <a:cubicBezTo>
                  <a:pt x="9368" y="11408"/>
                  <a:pt x="9304" y="11226"/>
                  <a:pt x="9271" y="11002"/>
                </a:cubicBezTo>
                <a:cubicBezTo>
                  <a:pt x="8994" y="8876"/>
                  <a:pt x="11824" y="6195"/>
                  <a:pt x="10158" y="5405"/>
                </a:cubicBezTo>
                <a:cubicBezTo>
                  <a:pt x="10071" y="5363"/>
                  <a:pt x="9979" y="5343"/>
                  <a:pt x="9883" y="5343"/>
                </a:cubicBezTo>
                <a:cubicBezTo>
                  <a:pt x="8906" y="5343"/>
                  <a:pt x="7498" y="7379"/>
                  <a:pt x="6302" y="8662"/>
                </a:cubicBezTo>
                <a:cubicBezTo>
                  <a:pt x="5772" y="9229"/>
                  <a:pt x="5197" y="9556"/>
                  <a:pt x="4762" y="9556"/>
                </a:cubicBezTo>
                <a:cubicBezTo>
                  <a:pt x="4433" y="9556"/>
                  <a:pt x="4183" y="9370"/>
                  <a:pt x="4092" y="8961"/>
                </a:cubicBezTo>
                <a:cubicBezTo>
                  <a:pt x="3803" y="7701"/>
                  <a:pt x="5800" y="5928"/>
                  <a:pt x="4818" y="4604"/>
                </a:cubicBezTo>
                <a:cubicBezTo>
                  <a:pt x="3824" y="3279"/>
                  <a:pt x="2660" y="4326"/>
                  <a:pt x="1197" y="3215"/>
                </a:cubicBezTo>
                <a:cubicBezTo>
                  <a:pt x="0" y="2308"/>
                  <a:pt x="1496" y="908"/>
                  <a:pt x="524" y="1"/>
                </a:cubicBezTo>
                <a:close/>
              </a:path>
            </a:pathLst>
          </a:custGeom>
          <a:gradFill>
            <a:gsLst>
              <a:gs pos="0">
                <a:schemeClr val="accent1"/>
              </a:gs>
              <a:gs pos="100000">
                <a:schemeClr val="accent2"/>
              </a:gs>
            </a:gsLst>
            <a:path path="circle">
              <a:fillToRect b="50%" l="50%" r="50%" t="50%"/>
            </a:path>
            <a:tileRect/>
          </a:gradFill>
          <a:ln>
            <a:noFill/>
          </a:ln>
          <a:effectLst>
            <a:outerShdw blurRad="157163"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2"/>
          <p:cNvSpPr/>
          <p:nvPr/>
        </p:nvSpPr>
        <p:spPr>
          <a:xfrm flipH="1" rot="10800000">
            <a:off x="-3926" y="3937414"/>
            <a:ext cx="6252828" cy="1206085"/>
          </a:xfrm>
          <a:custGeom>
            <a:rect b="b" l="l" r="r" t="t"/>
            <a:pathLst>
              <a:path extrusionOk="0" h="4924" w="25528">
                <a:moveTo>
                  <a:pt x="0" y="0"/>
                </a:moveTo>
                <a:lnTo>
                  <a:pt x="0" y="4923"/>
                </a:lnTo>
                <a:cubicBezTo>
                  <a:pt x="1550" y="3518"/>
                  <a:pt x="1590" y="405"/>
                  <a:pt x="2664" y="405"/>
                </a:cubicBezTo>
                <a:cubicBezTo>
                  <a:pt x="2701" y="405"/>
                  <a:pt x="2738" y="409"/>
                  <a:pt x="2777" y="416"/>
                </a:cubicBezTo>
                <a:cubicBezTo>
                  <a:pt x="4454" y="715"/>
                  <a:pt x="4956" y="2915"/>
                  <a:pt x="6515" y="3684"/>
                </a:cubicBezTo>
                <a:cubicBezTo>
                  <a:pt x="6748" y="3801"/>
                  <a:pt x="6966" y="3853"/>
                  <a:pt x="7169" y="3853"/>
                </a:cubicBezTo>
                <a:cubicBezTo>
                  <a:pt x="8328" y="3853"/>
                  <a:pt x="9043" y="2186"/>
                  <a:pt x="9687" y="1377"/>
                </a:cubicBezTo>
                <a:cubicBezTo>
                  <a:pt x="9901" y="1110"/>
                  <a:pt x="10157" y="974"/>
                  <a:pt x="10478" y="974"/>
                </a:cubicBezTo>
                <a:cubicBezTo>
                  <a:pt x="11308" y="974"/>
                  <a:pt x="12574" y="1881"/>
                  <a:pt x="14686" y="3738"/>
                </a:cubicBezTo>
                <a:cubicBezTo>
                  <a:pt x="15116" y="4116"/>
                  <a:pt x="15689" y="4278"/>
                  <a:pt x="16352" y="4278"/>
                </a:cubicBezTo>
                <a:cubicBezTo>
                  <a:pt x="19060" y="4278"/>
                  <a:pt x="23279" y="1587"/>
                  <a:pt x="25527" y="0"/>
                </a:cubicBezTo>
                <a:close/>
              </a:path>
            </a:pathLst>
          </a:custGeom>
          <a:gradFill>
            <a:gsLst>
              <a:gs pos="0">
                <a:schemeClr val="accent1"/>
              </a:gs>
              <a:gs pos="100000">
                <a:schemeClr val="accent2"/>
              </a:gs>
            </a:gsLst>
            <a:path path="circle">
              <a:fillToRect b="50%" l="50%" r="50%" t="50%"/>
            </a:path>
            <a:tileRect/>
          </a:gradFill>
          <a:ln>
            <a:noFill/>
          </a:ln>
          <a:effectLst>
            <a:outerShdw blurRad="157163" rotWithShape="0" algn="bl" dir="1062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TITLE + SUBTITLE">
  <p:cSld name="1_Diapositiva de título">
    <p:bg>
      <p:bgPr>
        <a:gradFill>
          <a:gsLst>
            <a:gs pos="0">
              <a:schemeClr val="accent1"/>
            </a:gs>
            <a:gs pos="100000">
              <a:schemeClr val="accent2"/>
            </a:gs>
          </a:gsLst>
          <a:path path="circle">
            <a:fillToRect b="50%" l="50%" r="50%" t="50%"/>
          </a:path>
          <a:tileRect/>
        </a:gradFill>
      </p:bgPr>
    </p:bg>
    <p:spTree>
      <p:nvGrpSpPr>
        <p:cNvPr id="258" name="Shape 258"/>
        <p:cNvGrpSpPr/>
        <p:nvPr/>
      </p:nvGrpSpPr>
      <p:grpSpPr>
        <a:xfrm>
          <a:off x="0" y="0"/>
          <a:ext cx="0" cy="0"/>
          <a:chOff x="0" y="0"/>
          <a:chExt cx="0" cy="0"/>
        </a:xfrm>
      </p:grpSpPr>
      <p:sp>
        <p:nvSpPr>
          <p:cNvPr id="259" name="Google Shape;259;p33"/>
          <p:cNvSpPr/>
          <p:nvPr/>
        </p:nvSpPr>
        <p:spPr>
          <a:xfrm flipH="1">
            <a:off x="645900" y="1217100"/>
            <a:ext cx="7260900" cy="2717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3"/>
          <p:cNvSpPr txBox="1"/>
          <p:nvPr>
            <p:ph type="ctrTitle"/>
          </p:nvPr>
        </p:nvSpPr>
        <p:spPr>
          <a:xfrm>
            <a:off x="1232914" y="1646636"/>
            <a:ext cx="6634500" cy="12414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lt1"/>
              </a:buClr>
              <a:buSzPts val="7200"/>
              <a:buNone/>
              <a:defRPr b="0" sz="7200">
                <a:solidFill>
                  <a:schemeClr val="lt1"/>
                </a:solidFill>
              </a:defRPr>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p:txBody>
      </p:sp>
      <p:sp>
        <p:nvSpPr>
          <p:cNvPr id="261" name="Google Shape;261;p33"/>
          <p:cNvSpPr txBox="1"/>
          <p:nvPr>
            <p:ph idx="1" type="subTitle"/>
          </p:nvPr>
        </p:nvSpPr>
        <p:spPr>
          <a:xfrm>
            <a:off x="3084811" y="2812511"/>
            <a:ext cx="2930400" cy="3804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lt1"/>
              </a:buClr>
              <a:buSzPts val="1200"/>
              <a:buNone/>
              <a:defRPr sz="1200">
                <a:solidFill>
                  <a:schemeClr val="lt1"/>
                </a:solidFill>
              </a:defRPr>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262" name="Google Shape;262;p33"/>
          <p:cNvSpPr/>
          <p:nvPr/>
        </p:nvSpPr>
        <p:spPr>
          <a:xfrm flipH="1">
            <a:off x="6179302" y="1299294"/>
            <a:ext cx="2964712" cy="3316107"/>
          </a:xfrm>
          <a:custGeom>
            <a:rect b="b" l="l" r="r" t="t"/>
            <a:pathLst>
              <a:path extrusionOk="0" h="57273" w="51204">
                <a:moveTo>
                  <a:pt x="8598" y="1"/>
                </a:moveTo>
                <a:lnTo>
                  <a:pt x="0" y="21597"/>
                </a:lnTo>
                <a:lnTo>
                  <a:pt x="11012" y="45939"/>
                </a:lnTo>
                <a:cubicBezTo>
                  <a:pt x="11012" y="45939"/>
                  <a:pt x="26937" y="57273"/>
                  <a:pt x="34889" y="57273"/>
                </a:cubicBezTo>
                <a:cubicBezTo>
                  <a:pt x="35092" y="57273"/>
                  <a:pt x="35289" y="57265"/>
                  <a:pt x="35482" y="57250"/>
                </a:cubicBezTo>
                <a:cubicBezTo>
                  <a:pt x="43193" y="56631"/>
                  <a:pt x="51204" y="42938"/>
                  <a:pt x="45960" y="35023"/>
                </a:cubicBezTo>
                <a:cubicBezTo>
                  <a:pt x="44317" y="32544"/>
                  <a:pt x="41903" y="31781"/>
                  <a:pt x="39361" y="31781"/>
                </a:cubicBezTo>
                <a:cubicBezTo>
                  <a:pt x="35279" y="31781"/>
                  <a:pt x="30867" y="33751"/>
                  <a:pt x="28798" y="33751"/>
                </a:cubicBezTo>
                <a:cubicBezTo>
                  <a:pt x="28042" y="33751"/>
                  <a:pt x="27599" y="33488"/>
                  <a:pt x="27599" y="32770"/>
                </a:cubicBezTo>
                <a:cubicBezTo>
                  <a:pt x="27599" y="28871"/>
                  <a:pt x="38515" y="24994"/>
                  <a:pt x="36753" y="15007"/>
                </a:cubicBezTo>
                <a:cubicBezTo>
                  <a:pt x="34446" y="1976"/>
                  <a:pt x="8598" y="1"/>
                  <a:pt x="8598" y="1"/>
                </a:cubicBezTo>
                <a:close/>
              </a:path>
            </a:pathLst>
          </a:custGeom>
          <a:gradFill>
            <a:gsLst>
              <a:gs pos="0">
                <a:schemeClr val="accent1"/>
              </a:gs>
              <a:gs pos="100000">
                <a:schemeClr val="accent2"/>
              </a:gs>
            </a:gsLst>
            <a:path path="circle">
              <a:fillToRect b="50%" l="50%" r="50%" t="50%"/>
            </a:path>
            <a:tileRect/>
          </a:gradFill>
          <a:ln>
            <a:noFill/>
          </a:ln>
          <a:effectLst>
            <a:outerShdw blurRad="142875"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3"/>
          <p:cNvSpPr/>
          <p:nvPr/>
        </p:nvSpPr>
        <p:spPr>
          <a:xfrm flipH="1">
            <a:off x="5723512" y="1807662"/>
            <a:ext cx="3358026" cy="3335793"/>
          </a:xfrm>
          <a:custGeom>
            <a:rect b="b" l="l" r="r" t="t"/>
            <a:pathLst>
              <a:path extrusionOk="0" h="57613" w="57997">
                <a:moveTo>
                  <a:pt x="10584" y="0"/>
                </a:moveTo>
                <a:cubicBezTo>
                  <a:pt x="10895" y="4689"/>
                  <a:pt x="14494" y="9998"/>
                  <a:pt x="14195" y="14643"/>
                </a:cubicBezTo>
                <a:cubicBezTo>
                  <a:pt x="13746" y="21597"/>
                  <a:pt x="0" y="20197"/>
                  <a:pt x="321" y="27759"/>
                </a:cubicBezTo>
                <a:cubicBezTo>
                  <a:pt x="641" y="35322"/>
                  <a:pt x="14771" y="31082"/>
                  <a:pt x="13458" y="42873"/>
                </a:cubicBezTo>
                <a:cubicBezTo>
                  <a:pt x="12470" y="51745"/>
                  <a:pt x="16227" y="55433"/>
                  <a:pt x="21239" y="55433"/>
                </a:cubicBezTo>
                <a:cubicBezTo>
                  <a:pt x="22894" y="55433"/>
                  <a:pt x="24686" y="55031"/>
                  <a:pt x="26489" y="54280"/>
                </a:cubicBezTo>
                <a:cubicBezTo>
                  <a:pt x="30728" y="52514"/>
                  <a:pt x="35329" y="51271"/>
                  <a:pt x="39235" y="51271"/>
                </a:cubicBezTo>
                <a:cubicBezTo>
                  <a:pt x="43832" y="51271"/>
                  <a:pt x="47464" y="52993"/>
                  <a:pt x="48406" y="57613"/>
                </a:cubicBezTo>
                <a:lnTo>
                  <a:pt x="57997" y="57613"/>
                </a:lnTo>
                <a:cubicBezTo>
                  <a:pt x="52464" y="53276"/>
                  <a:pt x="55412" y="45767"/>
                  <a:pt x="51001" y="41858"/>
                </a:cubicBezTo>
                <a:cubicBezTo>
                  <a:pt x="49295" y="40343"/>
                  <a:pt x="47314" y="39797"/>
                  <a:pt x="45253" y="39797"/>
                </a:cubicBezTo>
                <a:cubicBezTo>
                  <a:pt x="39952" y="39797"/>
                  <a:pt x="34117" y="43403"/>
                  <a:pt x="31068" y="43403"/>
                </a:cubicBezTo>
                <a:cubicBezTo>
                  <a:pt x="30230" y="43403"/>
                  <a:pt x="29602" y="43131"/>
                  <a:pt x="29254" y="42435"/>
                </a:cubicBezTo>
                <a:cubicBezTo>
                  <a:pt x="27151" y="38227"/>
                  <a:pt x="30921" y="35204"/>
                  <a:pt x="26659" y="32620"/>
                </a:cubicBezTo>
                <a:cubicBezTo>
                  <a:pt x="25858" y="32128"/>
                  <a:pt x="24555" y="31957"/>
                  <a:pt x="23071" y="31829"/>
                </a:cubicBezTo>
                <a:cubicBezTo>
                  <a:pt x="20411" y="31583"/>
                  <a:pt x="17741" y="31573"/>
                  <a:pt x="19354" y="27759"/>
                </a:cubicBezTo>
                <a:cubicBezTo>
                  <a:pt x="21191" y="23423"/>
                  <a:pt x="29992" y="20091"/>
                  <a:pt x="25784" y="11204"/>
                </a:cubicBezTo>
                <a:cubicBezTo>
                  <a:pt x="23199" y="5757"/>
                  <a:pt x="15872" y="2051"/>
                  <a:pt x="10584" y="0"/>
                </a:cubicBezTo>
                <a:close/>
              </a:path>
            </a:pathLst>
          </a:custGeom>
          <a:gradFill>
            <a:gsLst>
              <a:gs pos="0">
                <a:schemeClr val="accent1"/>
              </a:gs>
              <a:gs pos="100000">
                <a:schemeClr val="accent2"/>
              </a:gs>
            </a:gsLst>
            <a:path path="circle">
              <a:fillToRect b="50%" l="50%" r="50%" t="50%"/>
            </a:path>
            <a:tileRect/>
          </a:gradFill>
          <a:ln>
            <a:noFill/>
          </a:ln>
          <a:effectLst>
            <a:outerShdw blurRad="142875"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3"/>
          <p:cNvSpPr/>
          <p:nvPr/>
        </p:nvSpPr>
        <p:spPr>
          <a:xfrm flipH="1">
            <a:off x="0" y="1295108"/>
            <a:ext cx="1550864" cy="3792135"/>
          </a:xfrm>
          <a:custGeom>
            <a:rect b="b" l="l" r="r" t="t"/>
            <a:pathLst>
              <a:path extrusionOk="0" h="52784" w="21587">
                <a:moveTo>
                  <a:pt x="14180" y="0"/>
                </a:moveTo>
                <a:cubicBezTo>
                  <a:pt x="13936" y="0"/>
                  <a:pt x="13684" y="8"/>
                  <a:pt x="13426" y="24"/>
                </a:cubicBezTo>
                <a:cubicBezTo>
                  <a:pt x="13191" y="1124"/>
                  <a:pt x="12924" y="2181"/>
                  <a:pt x="12593" y="3121"/>
                </a:cubicBezTo>
                <a:cubicBezTo>
                  <a:pt x="9325" y="12542"/>
                  <a:pt x="1207" y="11356"/>
                  <a:pt x="588" y="16013"/>
                </a:cubicBezTo>
                <a:cubicBezTo>
                  <a:pt x="0" y="20424"/>
                  <a:pt x="5907" y="19901"/>
                  <a:pt x="6954" y="24397"/>
                </a:cubicBezTo>
                <a:cubicBezTo>
                  <a:pt x="8342" y="30347"/>
                  <a:pt x="961" y="32547"/>
                  <a:pt x="3888" y="43591"/>
                </a:cubicBezTo>
                <a:cubicBezTo>
                  <a:pt x="6046" y="51713"/>
                  <a:pt x="15827" y="52784"/>
                  <a:pt x="20874" y="52784"/>
                </a:cubicBezTo>
                <a:cubicBezTo>
                  <a:pt x="21124" y="52784"/>
                  <a:pt x="21362" y="52781"/>
                  <a:pt x="21586" y="52777"/>
                </a:cubicBezTo>
                <a:lnTo>
                  <a:pt x="21586" y="42106"/>
                </a:lnTo>
                <a:cubicBezTo>
                  <a:pt x="17132" y="40782"/>
                  <a:pt x="13479" y="37353"/>
                  <a:pt x="12508" y="30347"/>
                </a:cubicBezTo>
                <a:cubicBezTo>
                  <a:pt x="11546" y="23436"/>
                  <a:pt x="16246" y="14988"/>
                  <a:pt x="18275" y="8077"/>
                </a:cubicBezTo>
                <a:cubicBezTo>
                  <a:pt x="19140" y="5119"/>
                  <a:pt x="18980" y="1872"/>
                  <a:pt x="17165" y="664"/>
                </a:cubicBezTo>
                <a:cubicBezTo>
                  <a:pt x="16485" y="209"/>
                  <a:pt x="15432" y="0"/>
                  <a:pt x="14180" y="0"/>
                </a:cubicBezTo>
                <a:close/>
              </a:path>
            </a:pathLst>
          </a:custGeom>
          <a:gradFill>
            <a:gsLst>
              <a:gs pos="0">
                <a:schemeClr val="accent1"/>
              </a:gs>
              <a:gs pos="100000">
                <a:schemeClr val="accent2"/>
              </a:gs>
            </a:gsLst>
            <a:path path="circle">
              <a:fillToRect b="50%" l="50%" r="50%" t="50%"/>
            </a:path>
            <a:tileRect/>
          </a:gradFill>
          <a:ln>
            <a:noFill/>
          </a:ln>
          <a:effectLst>
            <a:outerShdw blurRad="142875" rotWithShape="0" algn="bl" dir="99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3"/>
          <p:cNvSpPr/>
          <p:nvPr/>
        </p:nvSpPr>
        <p:spPr>
          <a:xfrm flipH="1">
            <a:off x="6187292" y="0"/>
            <a:ext cx="2956721" cy="5143431"/>
          </a:xfrm>
          <a:custGeom>
            <a:rect b="b" l="l" r="r" t="t"/>
            <a:pathLst>
              <a:path extrusionOk="0" h="88833" w="51066">
                <a:moveTo>
                  <a:pt x="0" y="0"/>
                </a:moveTo>
                <a:lnTo>
                  <a:pt x="0" y="88833"/>
                </a:lnTo>
                <a:lnTo>
                  <a:pt x="49485" y="88833"/>
                </a:lnTo>
                <a:cubicBezTo>
                  <a:pt x="48543" y="84213"/>
                  <a:pt x="44911" y="82491"/>
                  <a:pt x="40314" y="82491"/>
                </a:cubicBezTo>
                <a:cubicBezTo>
                  <a:pt x="36408" y="82491"/>
                  <a:pt x="31807" y="83734"/>
                  <a:pt x="27568" y="85500"/>
                </a:cubicBezTo>
                <a:cubicBezTo>
                  <a:pt x="25765" y="86251"/>
                  <a:pt x="23973" y="86653"/>
                  <a:pt x="22318" y="86653"/>
                </a:cubicBezTo>
                <a:cubicBezTo>
                  <a:pt x="17306" y="86653"/>
                  <a:pt x="13549" y="82965"/>
                  <a:pt x="14537" y="74093"/>
                </a:cubicBezTo>
                <a:cubicBezTo>
                  <a:pt x="15850" y="62302"/>
                  <a:pt x="1720" y="66542"/>
                  <a:pt x="1400" y="58979"/>
                </a:cubicBezTo>
                <a:cubicBezTo>
                  <a:pt x="1079" y="51417"/>
                  <a:pt x="14825" y="52817"/>
                  <a:pt x="15274" y="45863"/>
                </a:cubicBezTo>
                <a:cubicBezTo>
                  <a:pt x="15722" y="38900"/>
                  <a:pt x="7424" y="30494"/>
                  <a:pt x="14537" y="24822"/>
                </a:cubicBezTo>
                <a:cubicBezTo>
                  <a:pt x="17520" y="22447"/>
                  <a:pt x="21645" y="22322"/>
                  <a:pt x="26088" y="22322"/>
                </a:cubicBezTo>
                <a:cubicBezTo>
                  <a:pt x="26612" y="22322"/>
                  <a:pt x="27140" y="22324"/>
                  <a:pt x="27671" y="22324"/>
                </a:cubicBezTo>
                <a:cubicBezTo>
                  <a:pt x="33394" y="22324"/>
                  <a:pt x="39475" y="22122"/>
                  <a:pt x="44230" y="17367"/>
                </a:cubicBezTo>
                <a:cubicBezTo>
                  <a:pt x="49046" y="12550"/>
                  <a:pt x="50724" y="5960"/>
                  <a:pt x="51065" y="0"/>
                </a:cubicBezTo>
                <a:close/>
              </a:path>
            </a:pathLst>
          </a:custGeom>
          <a:gradFill>
            <a:gsLst>
              <a:gs pos="0">
                <a:schemeClr val="accent1"/>
              </a:gs>
              <a:gs pos="100000">
                <a:schemeClr val="accent2"/>
              </a:gs>
            </a:gsLst>
            <a:path path="circle">
              <a:fillToRect b="50%" l="50%" r="50%" t="50%"/>
            </a:path>
            <a:tileRect/>
          </a:gradFill>
          <a:ln>
            <a:noFill/>
          </a:ln>
          <a:effectLst>
            <a:outerShdw blurRad="142875"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3"/>
          <p:cNvSpPr/>
          <p:nvPr/>
        </p:nvSpPr>
        <p:spPr>
          <a:xfrm flipH="1">
            <a:off x="5" y="0"/>
            <a:ext cx="2593658" cy="4320177"/>
          </a:xfrm>
          <a:custGeom>
            <a:rect b="b" l="l" r="r" t="t"/>
            <a:pathLst>
              <a:path extrusionOk="0" h="60134" w="36102">
                <a:moveTo>
                  <a:pt x="0" y="0"/>
                </a:moveTo>
                <a:cubicBezTo>
                  <a:pt x="566" y="2233"/>
                  <a:pt x="2585" y="6804"/>
                  <a:pt x="9634" y="7103"/>
                </a:cubicBezTo>
                <a:cubicBezTo>
                  <a:pt x="9780" y="7109"/>
                  <a:pt x="9926" y="7112"/>
                  <a:pt x="10073" y="7112"/>
                </a:cubicBezTo>
                <a:cubicBezTo>
                  <a:pt x="15462" y="7112"/>
                  <a:pt x="22105" y="3128"/>
                  <a:pt x="25894" y="3128"/>
                </a:cubicBezTo>
                <a:cubicBezTo>
                  <a:pt x="27071" y="3128"/>
                  <a:pt x="27972" y="3512"/>
                  <a:pt x="28475" y="4518"/>
                </a:cubicBezTo>
                <a:cubicBezTo>
                  <a:pt x="29565" y="6686"/>
                  <a:pt x="27738" y="12133"/>
                  <a:pt x="20389" y="16085"/>
                </a:cubicBezTo>
                <a:cubicBezTo>
                  <a:pt x="12785" y="20176"/>
                  <a:pt x="7466" y="20561"/>
                  <a:pt x="6996" y="23808"/>
                </a:cubicBezTo>
                <a:cubicBezTo>
                  <a:pt x="6700" y="25856"/>
                  <a:pt x="8069" y="27061"/>
                  <a:pt x="9838" y="27061"/>
                </a:cubicBezTo>
                <a:cubicBezTo>
                  <a:pt x="11002" y="27061"/>
                  <a:pt x="12340" y="26538"/>
                  <a:pt x="13490" y="25389"/>
                </a:cubicBezTo>
                <a:cubicBezTo>
                  <a:pt x="15092" y="23787"/>
                  <a:pt x="17036" y="21938"/>
                  <a:pt x="19482" y="20571"/>
                </a:cubicBezTo>
                <a:cubicBezTo>
                  <a:pt x="22293" y="19013"/>
                  <a:pt x="25960" y="18031"/>
                  <a:pt x="28689" y="18031"/>
                </a:cubicBezTo>
                <a:cubicBezTo>
                  <a:pt x="29942" y="18031"/>
                  <a:pt x="30997" y="18238"/>
                  <a:pt x="31680" y="18691"/>
                </a:cubicBezTo>
                <a:cubicBezTo>
                  <a:pt x="33495" y="19899"/>
                  <a:pt x="33655" y="23146"/>
                  <a:pt x="32790" y="26104"/>
                </a:cubicBezTo>
                <a:cubicBezTo>
                  <a:pt x="30761" y="33015"/>
                  <a:pt x="26061" y="41463"/>
                  <a:pt x="27023" y="48374"/>
                </a:cubicBezTo>
                <a:cubicBezTo>
                  <a:pt x="27994" y="55380"/>
                  <a:pt x="31647" y="58809"/>
                  <a:pt x="36101" y="60133"/>
                </a:cubicBezTo>
                <a:lnTo>
                  <a:pt x="36101" y="0"/>
                </a:lnTo>
                <a:close/>
              </a:path>
            </a:pathLst>
          </a:custGeom>
          <a:gradFill>
            <a:gsLst>
              <a:gs pos="0">
                <a:schemeClr val="accent1"/>
              </a:gs>
              <a:gs pos="100000">
                <a:schemeClr val="accent2"/>
              </a:gs>
            </a:gsLst>
            <a:path path="circle">
              <a:fillToRect b="50%" l="50%" r="50%" t="50%"/>
            </a:path>
            <a:tileRect/>
          </a:gradFill>
          <a:ln>
            <a:noFill/>
          </a:ln>
          <a:effectLst>
            <a:outerShdw blurRad="142875" rotWithShape="0" algn="bl" dir="99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1pPr>
            <a:lvl2pPr lvl="1"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2pPr>
            <a:lvl3pPr lvl="2"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3pPr>
            <a:lvl4pPr lvl="3"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4pPr>
            <a:lvl5pPr lvl="4"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5pPr>
            <a:lvl6pPr lvl="5"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6pPr>
            <a:lvl7pPr lvl="6"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7pPr>
            <a:lvl8pPr lvl="7"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8pPr>
            <a:lvl9pPr lvl="8" rtl="0">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9pPr>
          </a:lstStyle>
          <a:p/>
        </p:txBody>
      </p:sp>
      <p:sp>
        <p:nvSpPr>
          <p:cNvPr id="11" name="Google Shape;11;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bit.ly/2X9RQ9U"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idx="1" type="subTitle"/>
          </p:nvPr>
        </p:nvSpPr>
        <p:spPr>
          <a:xfrm>
            <a:off x="2301300" y="1902450"/>
            <a:ext cx="4541400" cy="133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sz="2400">
                <a:latin typeface="Roboto Slab Medium"/>
                <a:ea typeface="Roboto Slab Medium"/>
                <a:cs typeface="Roboto Slab Medium"/>
                <a:sym typeface="Roboto Slab Medium"/>
              </a:rPr>
              <a:t>Answer the following two questions, and then turn in your (anonymous) responses.</a:t>
            </a:r>
            <a:r>
              <a:rPr lang="es-ES" sz="2400"/>
              <a:t>  </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idx="4294967295" type="title"/>
          </p:nvPr>
        </p:nvSpPr>
        <p:spPr>
          <a:xfrm>
            <a:off x="1272925" y="740078"/>
            <a:ext cx="7200900" cy="232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sz="2400">
                <a:latin typeface="Roboto Slab Medium"/>
                <a:ea typeface="Roboto Slab Medium"/>
                <a:cs typeface="Roboto Slab Medium"/>
                <a:sym typeface="Roboto Slab Medium"/>
              </a:rPr>
              <a:t>A bat and a ball cost $1.10 in total. The bat costs $1.00 more than the ball. How much does the ball cost?</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rPr lang="es-ES" sz="2400">
                <a:solidFill>
                  <a:srgbClr val="828CFB"/>
                </a:solidFill>
                <a:latin typeface="Roboto Slab Medium"/>
                <a:ea typeface="Roboto Slab Medium"/>
                <a:cs typeface="Roboto Slab Medium"/>
                <a:sym typeface="Roboto Slab Medium"/>
              </a:rPr>
              <a:t>Take 30 seconds to write down an an answer.</a:t>
            </a:r>
            <a:endParaRPr sz="2400">
              <a:solidFill>
                <a:srgbClr val="828CFB"/>
              </a:solidFill>
              <a:latin typeface="Roboto Slab Medium"/>
              <a:ea typeface="Roboto Slab Medium"/>
              <a:cs typeface="Roboto Slab Medium"/>
              <a:sym typeface="Roboto Slab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idx="4294967295" type="ctrTitle"/>
          </p:nvPr>
        </p:nvSpPr>
        <p:spPr>
          <a:xfrm>
            <a:off x="1198925" y="673475"/>
            <a:ext cx="6949200" cy="231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sz="2400">
                <a:latin typeface="Roboto Slab Medium"/>
                <a:ea typeface="Roboto Slab Medium"/>
                <a:cs typeface="Roboto Slab Medium"/>
                <a:sym typeface="Roboto Slab Medium"/>
              </a:rPr>
              <a:t>A lake has a patch of lily pads. Every day, the patch doubles in size. If it takes 48 days for the patch to cover the entire lake, how long would it take for the patch to cover half of the lake?</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rPr lang="es-ES" sz="2400">
                <a:solidFill>
                  <a:srgbClr val="828CFB"/>
                </a:solidFill>
                <a:latin typeface="Roboto Slab Medium"/>
                <a:ea typeface="Roboto Slab Medium"/>
                <a:cs typeface="Roboto Slab Medium"/>
                <a:sym typeface="Roboto Slab Medium"/>
              </a:rPr>
              <a:t>Take 30 seconds to write down an an answer.</a:t>
            </a:r>
            <a:endParaRPr sz="2400">
              <a:latin typeface="Roboto Slab Medium"/>
              <a:ea typeface="Roboto Slab Medium"/>
              <a:cs typeface="Roboto Slab Medium"/>
              <a:sym typeface="Roboto Slab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2301300" y="2150850"/>
            <a:ext cx="45414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sz="2400">
                <a:latin typeface="Roboto Slab Medium"/>
                <a:ea typeface="Roboto Slab Medium"/>
                <a:cs typeface="Roboto Slab Medium"/>
                <a:sym typeface="Roboto Slab Medium"/>
              </a:rPr>
              <a:t>Please turn in your answers!</a:t>
            </a:r>
            <a:endParaRPr sz="2400">
              <a:latin typeface="Roboto Slab Medium"/>
              <a:ea typeface="Roboto Slab Medium"/>
              <a:cs typeface="Roboto Slab Medium"/>
              <a:sym typeface="Roboto Slab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8"/>
          <p:cNvSpPr txBox="1"/>
          <p:nvPr>
            <p:ph idx="4294967295" type="title"/>
          </p:nvPr>
        </p:nvSpPr>
        <p:spPr>
          <a:xfrm>
            <a:off x="1272925" y="740069"/>
            <a:ext cx="7200900" cy="14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sz="2400">
                <a:latin typeface="Roboto Slab Medium"/>
                <a:ea typeface="Roboto Slab Medium"/>
                <a:cs typeface="Roboto Slab Medium"/>
                <a:sym typeface="Roboto Slab Medium"/>
              </a:rPr>
              <a:t>A bat and a ball cost $1.10 in total. The bat costs $1.00 more than the ball. How much does the ball cost?</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rPr lang="es-ES" sz="2400">
                <a:solidFill>
                  <a:srgbClr val="1DCDC3"/>
                </a:solidFill>
                <a:latin typeface="Roboto Slab Medium"/>
                <a:ea typeface="Roboto Slab Medium"/>
                <a:cs typeface="Roboto Slab Medium"/>
                <a:sym typeface="Roboto Slab Medium"/>
              </a:rPr>
              <a:t>Does your answer work?</a:t>
            </a:r>
            <a:endParaRPr sz="2400">
              <a:solidFill>
                <a:srgbClr val="1DCDC3"/>
              </a:solidFill>
              <a:latin typeface="Roboto Slab Medium"/>
              <a:ea typeface="Roboto Slab Medium"/>
              <a:cs typeface="Roboto Slab Medium"/>
              <a:sym typeface="Roboto Slab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idx="4294967295" type="ctrTitle"/>
          </p:nvPr>
        </p:nvSpPr>
        <p:spPr>
          <a:xfrm>
            <a:off x="1198925" y="673475"/>
            <a:ext cx="6949200" cy="21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sz="2400">
                <a:latin typeface="Roboto Slab Medium"/>
                <a:ea typeface="Roboto Slab Medium"/>
                <a:cs typeface="Roboto Slab Medium"/>
                <a:sym typeface="Roboto Slab Medium"/>
              </a:rPr>
              <a:t>A lake has a patch of lily pads. Every day, the patch doubles in size. If it takes 48 days for the patch to cover the entire lake, how long would it take for the patch to cover half of the lake?</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t/>
            </a:r>
            <a:endParaRPr sz="2400">
              <a:latin typeface="Roboto Slab Medium"/>
              <a:ea typeface="Roboto Slab Medium"/>
              <a:cs typeface="Roboto Slab Medium"/>
              <a:sym typeface="Roboto Slab Medium"/>
            </a:endParaRPr>
          </a:p>
          <a:p>
            <a:pPr indent="0" lvl="0" marL="0" rtl="0" algn="l">
              <a:spcBef>
                <a:spcPts val="0"/>
              </a:spcBef>
              <a:spcAft>
                <a:spcPts val="0"/>
              </a:spcAft>
              <a:buNone/>
            </a:pPr>
            <a:r>
              <a:rPr lang="es-ES" sz="2400">
                <a:solidFill>
                  <a:srgbClr val="1DCDC3"/>
                </a:solidFill>
                <a:latin typeface="Roboto Slab Medium"/>
                <a:ea typeface="Roboto Slab Medium"/>
                <a:cs typeface="Roboto Slab Medium"/>
                <a:sym typeface="Roboto Slab Medium"/>
              </a:rPr>
              <a:t>Does your answer work?</a:t>
            </a:r>
            <a:endParaRPr sz="2400">
              <a:solidFill>
                <a:srgbClr val="1DCDC3"/>
              </a:solidFill>
              <a:latin typeface="Roboto Slab Medium"/>
              <a:ea typeface="Roboto Slab Medium"/>
              <a:cs typeface="Roboto Slab Medium"/>
              <a:sym typeface="Roboto Slab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nvSpPr>
        <p:spPr>
          <a:xfrm>
            <a:off x="1044900" y="710775"/>
            <a:ext cx="7054200" cy="3615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Albert Sans"/>
              <a:buChar char="●"/>
            </a:pPr>
            <a:r>
              <a:rPr lang="es-ES" sz="2000">
                <a:latin typeface="Albert Sans"/>
                <a:ea typeface="Albert Sans"/>
                <a:cs typeface="Albert Sans"/>
                <a:sym typeface="Albert Sans"/>
              </a:rPr>
              <a:t>In both of these problems, it’s easy to catch errors by doing a quick check of your thinking. (But most people don’t! In studies, people score about 40% on questions like these.) </a:t>
            </a:r>
            <a:br>
              <a:rPr lang="es-ES" sz="2000">
                <a:latin typeface="Albert Sans"/>
                <a:ea typeface="Albert Sans"/>
                <a:cs typeface="Albert Sans"/>
                <a:sym typeface="Albert Sans"/>
              </a:rPr>
            </a:br>
            <a:endParaRPr sz="2000">
              <a:latin typeface="Albert Sans"/>
              <a:ea typeface="Albert Sans"/>
              <a:cs typeface="Albert Sans"/>
              <a:sym typeface="Albert Sans"/>
            </a:endParaRPr>
          </a:p>
          <a:p>
            <a:pPr indent="-355600" lvl="0" marL="457200" rtl="0" algn="l">
              <a:spcBef>
                <a:spcPts val="0"/>
              </a:spcBef>
              <a:spcAft>
                <a:spcPts val="0"/>
              </a:spcAft>
              <a:buSzPts val="2000"/>
              <a:buFont typeface="Albert Sans"/>
              <a:buChar char="●"/>
            </a:pPr>
            <a:r>
              <a:rPr lang="es-ES" sz="2000">
                <a:latin typeface="Albert Sans"/>
                <a:ea typeface="Albert Sans"/>
                <a:cs typeface="Albert Sans"/>
                <a:sym typeface="Albert Sans"/>
              </a:rPr>
              <a:t>The habit of </a:t>
            </a:r>
            <a:r>
              <a:rPr b="1" lang="es-ES" sz="2000">
                <a:solidFill>
                  <a:srgbClr val="1DCDC3"/>
                </a:solidFill>
                <a:latin typeface="Albert Sans"/>
                <a:ea typeface="Albert Sans"/>
                <a:cs typeface="Albert Sans"/>
                <a:sym typeface="Albert Sans"/>
              </a:rPr>
              <a:t>checking your thinking</a:t>
            </a:r>
            <a:r>
              <a:rPr lang="es-ES" sz="2000">
                <a:latin typeface="Albert Sans"/>
                <a:ea typeface="Albert Sans"/>
                <a:cs typeface="Albert Sans"/>
                <a:sym typeface="Albert Sans"/>
              </a:rPr>
              <a:t> has been found to correlate with better decision making in other areas of life, like making good financial decisions and distinguishing truth from fake news. So, it’s a habit worth developing!</a:t>
            </a:r>
            <a:endParaRPr sz="2000">
              <a:latin typeface="Albert Sans"/>
              <a:ea typeface="Albert Sans"/>
              <a:cs typeface="Albert Sans"/>
              <a:sym typeface="Alber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idx="4294967295" type="body"/>
          </p:nvPr>
        </p:nvSpPr>
        <p:spPr>
          <a:xfrm>
            <a:off x="720000" y="1616700"/>
            <a:ext cx="7704000" cy="29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sz="2400"/>
              <a:t>Checking your thinking </a:t>
            </a:r>
            <a:r>
              <a:rPr lang="es-ES" sz="2400">
                <a:solidFill>
                  <a:srgbClr val="FF0080"/>
                </a:solidFill>
                <a:latin typeface="Albert Sans Medium"/>
                <a:ea typeface="Albert Sans Medium"/>
                <a:cs typeface="Albert Sans Medium"/>
                <a:sym typeface="Albert Sans Medium"/>
              </a:rPr>
              <a:t>doesn’t</a:t>
            </a:r>
            <a:r>
              <a:rPr lang="es-ES" sz="2400"/>
              <a:t> mean going step-by-step through the problem again.</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s-ES" sz="2400"/>
              <a:t>As an example, try #1 now.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2"/>
          <p:cNvSpPr txBox="1"/>
          <p:nvPr>
            <p:ph type="title"/>
          </p:nvPr>
        </p:nvSpPr>
        <p:spPr>
          <a:xfrm>
            <a:off x="458850" y="535350"/>
            <a:ext cx="8229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a:t>Check your thinking!</a:t>
            </a:r>
            <a:endParaRPr/>
          </a:p>
        </p:txBody>
      </p:sp>
      <p:sp>
        <p:nvSpPr>
          <p:cNvPr id="320" name="Google Shape;320;p42"/>
          <p:cNvSpPr txBox="1"/>
          <p:nvPr>
            <p:ph idx="1" type="body"/>
          </p:nvPr>
        </p:nvSpPr>
        <p:spPr>
          <a:xfrm>
            <a:off x="720000" y="1265525"/>
            <a:ext cx="7704000" cy="324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ES" sz="2000"/>
              <a:t>Instead, ask yourself:</a:t>
            </a:r>
            <a:endParaRPr sz="2000"/>
          </a:p>
          <a:p>
            <a:pPr indent="-355600" lvl="0" marL="457200" rtl="0" algn="l">
              <a:lnSpc>
                <a:spcPct val="150000"/>
              </a:lnSpc>
              <a:spcBef>
                <a:spcPts val="0"/>
              </a:spcBef>
              <a:spcAft>
                <a:spcPts val="0"/>
              </a:spcAft>
              <a:buSzPts val="2000"/>
              <a:buChar char="❖"/>
            </a:pPr>
            <a:r>
              <a:rPr lang="es-ES" sz="2000"/>
              <a:t>Does my answer work?</a:t>
            </a:r>
            <a:endParaRPr sz="2000"/>
          </a:p>
          <a:p>
            <a:pPr indent="-355600" lvl="1" marL="914400" rtl="0" algn="l">
              <a:lnSpc>
                <a:spcPct val="100000"/>
              </a:lnSpc>
              <a:spcBef>
                <a:spcPts val="0"/>
              </a:spcBef>
              <a:spcAft>
                <a:spcPts val="0"/>
              </a:spcAft>
              <a:buSzPts val="2000"/>
              <a:buChar char="➢"/>
            </a:pPr>
            <a:r>
              <a:rPr lang="es-ES" sz="2000"/>
              <a:t>If you’re trying to write a formula, check that it matches the given information</a:t>
            </a:r>
            <a:r>
              <a:rPr i="1" lang="es-ES" sz="2000"/>
              <a:t>.</a:t>
            </a:r>
            <a:endParaRPr i="1" sz="2000"/>
          </a:p>
          <a:p>
            <a:pPr indent="-355600" lvl="1" marL="914400" rtl="0" algn="l">
              <a:lnSpc>
                <a:spcPct val="150000"/>
              </a:lnSpc>
              <a:spcBef>
                <a:spcPts val="0"/>
              </a:spcBef>
              <a:spcAft>
                <a:spcPts val="0"/>
              </a:spcAft>
              <a:buSzPts val="2000"/>
              <a:buChar char="➢"/>
            </a:pPr>
            <a:r>
              <a:rPr lang="es-ES" sz="2000"/>
              <a:t>If you’re solving an equation, plug your solutions back in. </a:t>
            </a:r>
            <a:endParaRPr sz="2000"/>
          </a:p>
          <a:p>
            <a:pPr indent="0" lvl="0" marL="0" rtl="0" algn="l">
              <a:lnSpc>
                <a:spcPct val="150000"/>
              </a:lnSpc>
              <a:spcBef>
                <a:spcPts val="0"/>
              </a:spcBef>
              <a:spcAft>
                <a:spcPts val="0"/>
              </a:spcAft>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3"/>
          <p:cNvSpPr txBox="1"/>
          <p:nvPr>
            <p:ph type="title"/>
          </p:nvPr>
        </p:nvSpPr>
        <p:spPr>
          <a:xfrm>
            <a:off x="2301300" y="2150850"/>
            <a:ext cx="45414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sz="2400">
                <a:latin typeface="Roboto Slab Medium"/>
                <a:ea typeface="Roboto Slab Medium"/>
                <a:cs typeface="Roboto Slab Medium"/>
                <a:sym typeface="Roboto Slab Medium"/>
              </a:rPr>
              <a:t>Try #2 now.</a:t>
            </a:r>
            <a:endParaRPr sz="2400">
              <a:latin typeface="Roboto Slab Medium"/>
              <a:ea typeface="Roboto Slab Medium"/>
              <a:cs typeface="Roboto Slab Medium"/>
              <a:sym typeface="Roboto Slab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458850" y="535350"/>
            <a:ext cx="8229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a:t>Check your thinking!</a:t>
            </a:r>
            <a:endParaRPr/>
          </a:p>
        </p:txBody>
      </p:sp>
      <p:sp>
        <p:nvSpPr>
          <p:cNvPr id="333" name="Google Shape;333;p44"/>
          <p:cNvSpPr txBox="1"/>
          <p:nvPr>
            <p:ph idx="1" type="body"/>
          </p:nvPr>
        </p:nvSpPr>
        <p:spPr>
          <a:xfrm>
            <a:off x="720000" y="1265525"/>
            <a:ext cx="7704000" cy="324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ES" sz="2000"/>
              <a:t>Instead, ask yourself:</a:t>
            </a:r>
            <a:endParaRPr sz="2000"/>
          </a:p>
          <a:p>
            <a:pPr indent="-355600" lvl="0" marL="457200" rtl="0" algn="l">
              <a:lnSpc>
                <a:spcPct val="150000"/>
              </a:lnSpc>
              <a:spcBef>
                <a:spcPts val="0"/>
              </a:spcBef>
              <a:spcAft>
                <a:spcPts val="0"/>
              </a:spcAft>
              <a:buSzPts val="2000"/>
              <a:buChar char="❖"/>
            </a:pPr>
            <a:r>
              <a:rPr lang="es-ES" sz="2000"/>
              <a:t>Does my answer work?</a:t>
            </a:r>
            <a:endParaRPr sz="2000"/>
          </a:p>
          <a:p>
            <a:pPr indent="-355600" lvl="0" marL="457200" rtl="0" algn="l">
              <a:lnSpc>
                <a:spcPct val="150000"/>
              </a:lnSpc>
              <a:spcBef>
                <a:spcPts val="0"/>
              </a:spcBef>
              <a:spcAft>
                <a:spcPts val="0"/>
              </a:spcAft>
              <a:buSzPts val="2000"/>
              <a:buChar char="❖"/>
            </a:pPr>
            <a:r>
              <a:rPr lang="es-ES" sz="2000"/>
              <a:t>Are the things I’ve figured out consistent with each other?</a:t>
            </a:r>
            <a:endParaRPr sz="2000"/>
          </a:p>
          <a:p>
            <a:pPr indent="0" lvl="0" marL="0" rtl="0" algn="l">
              <a:lnSpc>
                <a:spcPct val="150000"/>
              </a:lnSpc>
              <a:spcBef>
                <a:spcPts val="0"/>
              </a:spcBef>
              <a:spcAft>
                <a:spcPts val="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5"/>
          <p:cNvSpPr txBox="1"/>
          <p:nvPr>
            <p:ph type="title"/>
          </p:nvPr>
        </p:nvSpPr>
        <p:spPr>
          <a:xfrm>
            <a:off x="458850" y="535350"/>
            <a:ext cx="8229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ES"/>
              <a:t>Check your thinking!</a:t>
            </a:r>
            <a:endParaRPr/>
          </a:p>
        </p:txBody>
      </p:sp>
      <p:sp>
        <p:nvSpPr>
          <p:cNvPr id="340" name="Google Shape;340;p45"/>
          <p:cNvSpPr txBox="1"/>
          <p:nvPr>
            <p:ph idx="1" type="body"/>
          </p:nvPr>
        </p:nvSpPr>
        <p:spPr>
          <a:xfrm>
            <a:off x="720000" y="1265525"/>
            <a:ext cx="7704000" cy="324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ES" sz="2000"/>
              <a:t>Instead, ask yourself:</a:t>
            </a:r>
            <a:endParaRPr sz="2000"/>
          </a:p>
          <a:p>
            <a:pPr indent="-355600" lvl="0" marL="457200" rtl="0" algn="l">
              <a:lnSpc>
                <a:spcPct val="150000"/>
              </a:lnSpc>
              <a:spcBef>
                <a:spcPts val="0"/>
              </a:spcBef>
              <a:spcAft>
                <a:spcPts val="0"/>
              </a:spcAft>
              <a:buSzPts val="2000"/>
              <a:buChar char="❖"/>
            </a:pPr>
            <a:r>
              <a:rPr lang="es-ES" sz="2000"/>
              <a:t>Does my answer work?</a:t>
            </a:r>
            <a:endParaRPr sz="2000"/>
          </a:p>
          <a:p>
            <a:pPr indent="-355600" lvl="0" marL="457200" rtl="0" algn="l">
              <a:lnSpc>
                <a:spcPct val="150000"/>
              </a:lnSpc>
              <a:spcBef>
                <a:spcPts val="0"/>
              </a:spcBef>
              <a:spcAft>
                <a:spcPts val="0"/>
              </a:spcAft>
              <a:buSzPts val="2000"/>
              <a:buChar char="❖"/>
            </a:pPr>
            <a:r>
              <a:rPr lang="es-ES" sz="2000"/>
              <a:t>Are the things I’ve figured out consistent with each other?</a:t>
            </a:r>
            <a:endParaRPr sz="2000"/>
          </a:p>
          <a:p>
            <a:pPr indent="-355600" lvl="0" marL="457200" rtl="0" algn="l">
              <a:lnSpc>
                <a:spcPct val="150000"/>
              </a:lnSpc>
              <a:spcBef>
                <a:spcPts val="0"/>
              </a:spcBef>
              <a:spcAft>
                <a:spcPts val="0"/>
              </a:spcAft>
              <a:buSzPts val="2000"/>
              <a:buChar char="❖"/>
            </a:pPr>
            <a:r>
              <a:rPr lang="es-ES" sz="2000"/>
              <a:t>Does this make sense graphically?</a:t>
            </a:r>
            <a:endParaRPr sz="2000"/>
          </a:p>
          <a:p>
            <a:pPr indent="0" lvl="0" marL="0" rtl="0" algn="l">
              <a:lnSpc>
                <a:spcPct val="150000"/>
              </a:lnSpc>
              <a:spcBef>
                <a:spcPts val="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344" name="Shape 344"/>
        <p:cNvGrpSpPr/>
        <p:nvPr/>
      </p:nvGrpSpPr>
      <p:grpSpPr>
        <a:xfrm>
          <a:off x="0" y="0"/>
          <a:ext cx="0" cy="0"/>
          <a:chOff x="0" y="0"/>
          <a:chExt cx="0" cy="0"/>
        </a:xfrm>
      </p:grpSpPr>
      <p:pic>
        <p:nvPicPr>
          <p:cNvPr id="345" name="Google Shape;345;p46">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ear &amp; Simple Business Meeting by Slidesgo">
  <a:themeElements>
    <a:clrScheme name="Simple Light">
      <a:dk1>
        <a:srgbClr val="2A362D"/>
      </a:dk1>
      <a:lt1>
        <a:srgbClr val="EFEEF4"/>
      </a:lt1>
      <a:dk2>
        <a:srgbClr val="B2BBDA"/>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