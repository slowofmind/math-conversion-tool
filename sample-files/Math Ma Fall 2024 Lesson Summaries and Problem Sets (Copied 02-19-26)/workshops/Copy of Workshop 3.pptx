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roxima Nova"/>
      <p:regular r:id="rId15"/>
      <p:bold r:id="rId16"/>
      <p:italic r:id="rId17"/>
      <p:boldItalic r:id="rId18"/>
    </p:embeddedFont>
    <p:embeddedFont>
      <p:font typeface="Fira Sans Extra Condensed Medium"/>
      <p:regular r:id="rId19"/>
      <p:bold r:id="rId20"/>
      <p:italic r:id="rId21"/>
      <p:boldItalic r:id="rId22"/>
    </p:embeddedFont>
    <p:embeddedFont>
      <p:font typeface="Fira Sans"/>
      <p:regular r:id="rId23"/>
      <p:bold r:id="rId24"/>
      <p:italic r:id="rId25"/>
      <p:boldItalic r:id="rId26"/>
    </p:embeddedFont>
    <p:embeddedFont>
      <p:font typeface="Proxima Nova Semibold"/>
      <p:regular r:id="rId27"/>
      <p:bold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FiraSansExtraCondensedMedium-bold.fntdata"/><Relationship Id="rId22" Type="http://schemas.openxmlformats.org/officeDocument/2006/relationships/font" Target="fonts/FiraSansExtraCondensedMedium-boldItalic.fntdata"/><Relationship Id="rId21" Type="http://schemas.openxmlformats.org/officeDocument/2006/relationships/font" Target="fonts/FiraSansExtraCondensedMedium-italic.fntdata"/><Relationship Id="rId24" Type="http://schemas.openxmlformats.org/officeDocument/2006/relationships/font" Target="fonts/FiraSans-bold.fntdata"/><Relationship Id="rId23" Type="http://schemas.openxmlformats.org/officeDocument/2006/relationships/font" Target="fonts/FiraSa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FiraSans-boldItalic.fntdata"/><Relationship Id="rId25" Type="http://schemas.openxmlformats.org/officeDocument/2006/relationships/font" Target="fonts/FiraSans-italic.fntdata"/><Relationship Id="rId28" Type="http://schemas.openxmlformats.org/officeDocument/2006/relationships/font" Target="fonts/ProximaNovaSemibold-bold.fntdata"/><Relationship Id="rId27" Type="http://schemas.openxmlformats.org/officeDocument/2006/relationships/font" Target="fonts/ProximaNova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roximaNovaSemibold-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ProximaNova-regular.fntdata"/><Relationship Id="rId14" Type="http://schemas.openxmlformats.org/officeDocument/2006/relationships/slide" Target="slides/slide9.xml"/><Relationship Id="rId17" Type="http://schemas.openxmlformats.org/officeDocument/2006/relationships/font" Target="fonts/ProximaNova-italic.fntdata"/><Relationship Id="rId16" Type="http://schemas.openxmlformats.org/officeDocument/2006/relationships/font" Target="fonts/ProximaNova-bold.fntdata"/><Relationship Id="rId19" Type="http://schemas.openxmlformats.org/officeDocument/2006/relationships/font" Target="fonts/FiraSansExtraCondensedMedium-regular.fntdata"/><Relationship Id="rId18" Type="http://schemas.openxmlformats.org/officeDocument/2006/relationships/font" Target="fonts/ProximaNova-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8ff596dbe7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8ff596dbe7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8ff596dbe7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8ff596dbe7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531f3d4fe2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531f3d4fe2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https://journals-sagepub-com.ezp-prod1.hul.harvard.edu/doi/full/10.1111/j.1467-9280.2006.01693.x</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5fe58baf0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5fe58baf0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https://journals-sagepub-com.ezp-prod1.hul.harvard.edu/doi/full/10.1111/j.1467-9280.2006.01693.x</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5fe58baf0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5fe58baf0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5fe58baf02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5fe58baf0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91f209f43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91f209f43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5fe58baf02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5fe58baf02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Important note to mention: Many students will balk at step 2 - they won’t feel “ready” to apply understanding to the homework without following line by line. Ultimately the challenge presented by trying to recall (Step 3) is an important part of longer lasting memory. The key is the retrieval practice, which doesn’t happen with the notes out.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531f3d4fe2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531f3d4fe2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76529" y="1170688"/>
            <a:ext cx="4392000" cy="2052600"/>
          </a:xfrm>
          <a:prstGeom prst="rect">
            <a:avLst/>
          </a:prstGeom>
        </p:spPr>
        <p:txBody>
          <a:bodyPr anchorCtr="0" anchor="b" bIns="91425" lIns="91425" spcFirstLastPara="1" rIns="91425" wrap="square" tIns="91425">
            <a:noAutofit/>
          </a:bodyPr>
          <a:lstStyle>
            <a:lvl1pPr lvl="0" algn="l">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1076525" y="3260238"/>
            <a:ext cx="31716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
          <p:cNvSpPr txBox="1"/>
          <p:nvPr>
            <p:ph type="title"/>
          </p:nvPr>
        </p:nvSpPr>
        <p:spPr>
          <a:xfrm>
            <a:off x="180000" y="307450"/>
            <a:ext cx="878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 name="Google Shape;17;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1600"/>
              </a:spcBef>
              <a:spcAft>
                <a:spcPts val="0"/>
              </a:spcAft>
              <a:buSzPts val="1200"/>
              <a:buChar char="○"/>
              <a:defRPr/>
            </a:lvl2pPr>
            <a:lvl3pPr indent="-304800" lvl="2" marL="1371600">
              <a:spcBef>
                <a:spcPts val="1600"/>
              </a:spcBef>
              <a:spcAft>
                <a:spcPts val="0"/>
              </a:spcAft>
              <a:buSzPts val="1200"/>
              <a:buChar char="■"/>
              <a:defRPr/>
            </a:lvl3pPr>
            <a:lvl4pPr indent="-304800" lvl="3" marL="1828800">
              <a:spcBef>
                <a:spcPts val="1600"/>
              </a:spcBef>
              <a:spcAft>
                <a:spcPts val="0"/>
              </a:spcAft>
              <a:buSzPts val="1200"/>
              <a:buChar char="●"/>
              <a:defRPr/>
            </a:lvl4pPr>
            <a:lvl5pPr indent="-304800" lvl="4" marL="2286000">
              <a:spcBef>
                <a:spcPts val="1600"/>
              </a:spcBef>
              <a:spcAft>
                <a:spcPts val="0"/>
              </a:spcAft>
              <a:buSzPts val="1200"/>
              <a:buChar char="○"/>
              <a:defRPr/>
            </a:lvl5pPr>
            <a:lvl6pPr indent="-304800" lvl="5" marL="2743200">
              <a:spcBef>
                <a:spcPts val="1600"/>
              </a:spcBef>
              <a:spcAft>
                <a:spcPts val="0"/>
              </a:spcAft>
              <a:buSzPts val="1200"/>
              <a:buChar char="■"/>
              <a:defRPr/>
            </a:lvl6pPr>
            <a:lvl7pPr indent="-304800" lvl="6" marL="3200400">
              <a:spcBef>
                <a:spcPts val="1600"/>
              </a:spcBef>
              <a:spcAft>
                <a:spcPts val="0"/>
              </a:spcAft>
              <a:buSzPts val="1200"/>
              <a:buChar char="●"/>
              <a:defRPr/>
            </a:lvl7pPr>
            <a:lvl8pPr indent="-304800" lvl="7" marL="3657600">
              <a:spcBef>
                <a:spcPts val="1600"/>
              </a:spcBef>
              <a:spcAft>
                <a:spcPts val="0"/>
              </a:spcAft>
              <a:buSzPts val="1200"/>
              <a:buChar char="○"/>
              <a:defRPr/>
            </a:lvl8pPr>
            <a:lvl9pPr indent="-304800" lvl="8" marL="4114800">
              <a:spcBef>
                <a:spcPts val="1600"/>
              </a:spcBef>
              <a:spcAft>
                <a:spcPts val="1600"/>
              </a:spcAft>
              <a:buSzPts val="1200"/>
              <a:buChar char="■"/>
              <a:defRPr/>
            </a:lvl9pPr>
          </a:lstStyle>
          <a:p/>
        </p:txBody>
      </p:sp>
      <p:sp>
        <p:nvSpPr>
          <p:cNvPr id="18" name="Google Shape;1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180000" y="307450"/>
            <a:ext cx="878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2" name="Google Shape;22;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180000" y="307450"/>
            <a:ext cx="878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4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937">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 name="Google Shape;29;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 name="Google Shape;37;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1600"/>
              </a:spcBef>
              <a:spcAft>
                <a:spcPts val="0"/>
              </a:spcAft>
              <a:buSzPts val="1200"/>
              <a:buChar char="○"/>
              <a:defRPr/>
            </a:lvl2pPr>
            <a:lvl3pPr indent="-304800" lvl="2" marL="1371600">
              <a:spcBef>
                <a:spcPts val="1600"/>
              </a:spcBef>
              <a:spcAft>
                <a:spcPts val="0"/>
              </a:spcAft>
              <a:buSzPts val="1200"/>
              <a:buChar char="■"/>
              <a:defRPr/>
            </a:lvl3pPr>
            <a:lvl4pPr indent="-304800" lvl="3" marL="1828800">
              <a:spcBef>
                <a:spcPts val="1600"/>
              </a:spcBef>
              <a:spcAft>
                <a:spcPts val="0"/>
              </a:spcAft>
              <a:buSzPts val="1200"/>
              <a:buChar char="●"/>
              <a:defRPr/>
            </a:lvl4pPr>
            <a:lvl5pPr indent="-304800" lvl="4" marL="2286000">
              <a:spcBef>
                <a:spcPts val="1600"/>
              </a:spcBef>
              <a:spcAft>
                <a:spcPts val="0"/>
              </a:spcAft>
              <a:buSzPts val="1200"/>
              <a:buChar char="○"/>
              <a:defRPr/>
            </a:lvl5pPr>
            <a:lvl6pPr indent="-304800" lvl="5" marL="2743200">
              <a:spcBef>
                <a:spcPts val="1600"/>
              </a:spcBef>
              <a:spcAft>
                <a:spcPts val="0"/>
              </a:spcAft>
              <a:buSzPts val="1200"/>
              <a:buChar char="■"/>
              <a:defRPr/>
            </a:lvl6pPr>
            <a:lvl7pPr indent="-304800" lvl="6" marL="3200400">
              <a:spcBef>
                <a:spcPts val="1600"/>
              </a:spcBef>
              <a:spcAft>
                <a:spcPts val="0"/>
              </a:spcAft>
              <a:buSzPts val="1200"/>
              <a:buChar char="●"/>
              <a:defRPr/>
            </a:lvl7pPr>
            <a:lvl8pPr indent="-304800" lvl="7" marL="3657600">
              <a:spcBef>
                <a:spcPts val="1600"/>
              </a:spcBef>
              <a:spcAft>
                <a:spcPts val="0"/>
              </a:spcAft>
              <a:buSzPts val="1200"/>
              <a:buChar char="○"/>
              <a:defRPr/>
            </a:lvl8pPr>
            <a:lvl9pPr indent="-304800" lvl="8" marL="4114800">
              <a:spcBef>
                <a:spcPts val="1600"/>
              </a:spcBef>
              <a:spcAft>
                <a:spcPts val="1600"/>
              </a:spcAft>
              <a:buSzPts val="1200"/>
              <a:buChar char="■"/>
              <a:defRPr/>
            </a:lvl9pPr>
          </a:lstStyle>
          <a:p/>
        </p:txBody>
      </p:sp>
      <p:sp>
        <p:nvSpPr>
          <p:cNvPr id="39" name="Google Shape;39;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200"/>
              <a:buNone/>
              <a:defRPr/>
            </a:lvl1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1600"/>
              </a:spcBef>
              <a:spcAft>
                <a:spcPts val="0"/>
              </a:spcAft>
              <a:buSzPts val="1200"/>
              <a:buChar char="○"/>
              <a:defRPr/>
            </a:lvl2pPr>
            <a:lvl3pPr indent="-304800" lvl="2" marL="1371600" algn="ctr">
              <a:spcBef>
                <a:spcPts val="1600"/>
              </a:spcBef>
              <a:spcAft>
                <a:spcPts val="0"/>
              </a:spcAft>
              <a:buSzPts val="1200"/>
              <a:buChar char="■"/>
              <a:defRPr/>
            </a:lvl3pPr>
            <a:lvl4pPr indent="-304800" lvl="3" marL="1828800" algn="ctr">
              <a:spcBef>
                <a:spcPts val="1600"/>
              </a:spcBef>
              <a:spcAft>
                <a:spcPts val="0"/>
              </a:spcAft>
              <a:buSzPts val="1200"/>
              <a:buChar char="●"/>
              <a:defRPr/>
            </a:lvl4pPr>
            <a:lvl5pPr indent="-304800" lvl="4" marL="2286000" algn="ctr">
              <a:spcBef>
                <a:spcPts val="1600"/>
              </a:spcBef>
              <a:spcAft>
                <a:spcPts val="0"/>
              </a:spcAft>
              <a:buSzPts val="1200"/>
              <a:buChar char="○"/>
              <a:defRPr/>
            </a:lvl5pPr>
            <a:lvl6pPr indent="-304800" lvl="5" marL="2743200" algn="ctr">
              <a:spcBef>
                <a:spcPts val="1600"/>
              </a:spcBef>
              <a:spcAft>
                <a:spcPts val="0"/>
              </a:spcAft>
              <a:buSzPts val="1200"/>
              <a:buChar char="■"/>
              <a:defRPr/>
            </a:lvl6pPr>
            <a:lvl7pPr indent="-304800" lvl="6" marL="3200400" algn="ctr">
              <a:spcBef>
                <a:spcPts val="1600"/>
              </a:spcBef>
              <a:spcAft>
                <a:spcPts val="0"/>
              </a:spcAft>
              <a:buSzPts val="1200"/>
              <a:buChar char="●"/>
              <a:defRPr/>
            </a:lvl7pPr>
            <a:lvl8pPr indent="-304800" lvl="7" marL="3657600" algn="ctr">
              <a:spcBef>
                <a:spcPts val="1600"/>
              </a:spcBef>
              <a:spcAft>
                <a:spcPts val="0"/>
              </a:spcAft>
              <a:buSzPts val="1200"/>
              <a:buChar char="○"/>
              <a:defRPr/>
            </a:lvl8pPr>
            <a:lvl9pPr indent="-304800" lvl="8" marL="4114800" algn="ctr">
              <a:spcBef>
                <a:spcPts val="1600"/>
              </a:spcBef>
              <a:spcAft>
                <a:spcPts val="1600"/>
              </a:spcAft>
              <a:buSzPts val="1200"/>
              <a:buChar char="■"/>
              <a:defRPr/>
            </a:lvl9pPr>
          </a:lstStyle>
          <a:p/>
        </p:txBody>
      </p:sp>
      <p:sp>
        <p:nvSpPr>
          <p:cNvPr id="46" name="Google Shape;4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80000" y="307450"/>
            <a:ext cx="87840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1pPr>
            <a:lvl2pPr lvl="1" algn="ctr">
              <a:spcBef>
                <a:spcPts val="0"/>
              </a:spcBef>
              <a:spcAft>
                <a:spcPts val="0"/>
              </a:spcAft>
              <a:buClr>
                <a:schemeClr val="dk1"/>
              </a:buClr>
              <a:buSzPts val="2800"/>
              <a:buNone/>
              <a:defRPr sz="2800">
                <a:solidFill>
                  <a:schemeClr val="dk1"/>
                </a:solidFill>
              </a:defRPr>
            </a:lvl2pPr>
            <a:lvl3pPr lvl="2" algn="ctr">
              <a:spcBef>
                <a:spcPts val="0"/>
              </a:spcBef>
              <a:spcAft>
                <a:spcPts val="0"/>
              </a:spcAft>
              <a:buClr>
                <a:schemeClr val="dk1"/>
              </a:buClr>
              <a:buSzPts val="2800"/>
              <a:buNone/>
              <a:defRPr sz="2800">
                <a:solidFill>
                  <a:schemeClr val="dk1"/>
                </a:solidFill>
              </a:defRPr>
            </a:lvl3pPr>
            <a:lvl4pPr lvl="3" algn="ctr">
              <a:spcBef>
                <a:spcPts val="0"/>
              </a:spcBef>
              <a:spcAft>
                <a:spcPts val="0"/>
              </a:spcAft>
              <a:buClr>
                <a:schemeClr val="dk1"/>
              </a:buClr>
              <a:buSzPts val="2800"/>
              <a:buNone/>
              <a:defRPr sz="2800">
                <a:solidFill>
                  <a:schemeClr val="dk1"/>
                </a:solidFill>
              </a:defRPr>
            </a:lvl4pPr>
            <a:lvl5pPr lvl="4" algn="ctr">
              <a:spcBef>
                <a:spcPts val="0"/>
              </a:spcBef>
              <a:spcAft>
                <a:spcPts val="0"/>
              </a:spcAft>
              <a:buClr>
                <a:schemeClr val="dk1"/>
              </a:buClr>
              <a:buSzPts val="2800"/>
              <a:buNone/>
              <a:defRPr sz="2800">
                <a:solidFill>
                  <a:schemeClr val="dk1"/>
                </a:solidFill>
              </a:defRPr>
            </a:lvl5pPr>
            <a:lvl6pPr lvl="5" algn="ctr">
              <a:spcBef>
                <a:spcPts val="0"/>
              </a:spcBef>
              <a:spcAft>
                <a:spcPts val="0"/>
              </a:spcAft>
              <a:buClr>
                <a:schemeClr val="dk1"/>
              </a:buClr>
              <a:buSzPts val="2800"/>
              <a:buNone/>
              <a:defRPr sz="2800">
                <a:solidFill>
                  <a:schemeClr val="dk1"/>
                </a:solidFill>
              </a:defRPr>
            </a:lvl6pPr>
            <a:lvl7pPr lvl="6" algn="ctr">
              <a:spcBef>
                <a:spcPts val="0"/>
              </a:spcBef>
              <a:spcAft>
                <a:spcPts val="0"/>
              </a:spcAft>
              <a:buClr>
                <a:schemeClr val="dk1"/>
              </a:buClr>
              <a:buSzPts val="2800"/>
              <a:buNone/>
              <a:defRPr sz="2800">
                <a:solidFill>
                  <a:schemeClr val="dk1"/>
                </a:solidFill>
              </a:defRPr>
            </a:lvl7pPr>
            <a:lvl8pPr lvl="7" algn="ctr">
              <a:spcBef>
                <a:spcPts val="0"/>
              </a:spcBef>
              <a:spcAft>
                <a:spcPts val="0"/>
              </a:spcAft>
              <a:buClr>
                <a:schemeClr val="dk1"/>
              </a:buClr>
              <a:buSzPts val="2800"/>
              <a:buNone/>
              <a:defRPr sz="2800">
                <a:solidFill>
                  <a:schemeClr val="dk1"/>
                </a:solidFill>
              </a:defRPr>
            </a:lvl8pPr>
            <a:lvl9pPr lvl="8" algn="ctr">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1pPr>
            <a:lvl2pPr indent="-304800" lvl="1" marL="914400">
              <a:lnSpc>
                <a:spcPct val="115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2pPr>
            <a:lvl3pPr indent="-304800" lvl="2" marL="1371600">
              <a:lnSpc>
                <a:spcPct val="115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3pPr>
            <a:lvl4pPr indent="-304800" lvl="3" marL="1828800">
              <a:lnSpc>
                <a:spcPct val="115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4pPr>
            <a:lvl5pPr indent="-304800" lvl="4" marL="2286000">
              <a:lnSpc>
                <a:spcPct val="115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5pPr>
            <a:lvl6pPr indent="-304800" lvl="5" marL="2743200">
              <a:lnSpc>
                <a:spcPct val="115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6pPr>
            <a:lvl7pPr indent="-304800" lvl="6" marL="3200400">
              <a:lnSpc>
                <a:spcPct val="115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7pPr>
            <a:lvl8pPr indent="-304800" lvl="7" marL="3657600">
              <a:lnSpc>
                <a:spcPct val="115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8pPr>
            <a:lvl9pPr indent="-304800" lvl="8" marL="4114800">
              <a:lnSpc>
                <a:spcPct val="115000"/>
              </a:lnSpc>
              <a:spcBef>
                <a:spcPts val="1600"/>
              </a:spcBef>
              <a:spcAft>
                <a:spcPts val="1600"/>
              </a:spcAft>
              <a:buClr>
                <a:schemeClr val="dk1"/>
              </a:buClr>
              <a:buSzPts val="1200"/>
              <a:buFont typeface="Fira Sans"/>
              <a:buChar char="■"/>
              <a:defRPr sz="1200">
                <a:solidFill>
                  <a:schemeClr val="dk1"/>
                </a:solidFill>
                <a:latin typeface="Fira Sans"/>
                <a:ea typeface="Fira Sans"/>
                <a:cs typeface="Fira Sans"/>
                <a:sym typeface="Fira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EA4335"/>
          </p15:clr>
        </p15:guide>
        <p15:guide id="2" pos="2880">
          <p15:clr>
            <a:srgbClr val="EA4335"/>
          </p15:clr>
        </p15:guide>
        <p15:guide id="3" pos="113">
          <p15:clr>
            <a:srgbClr val="EA4335"/>
          </p15:clr>
        </p15:guide>
        <p15:guide id="4" orient="horz" pos="113">
          <p15:clr>
            <a:srgbClr val="EA4335"/>
          </p15:clr>
        </p15:guide>
        <p15:guide id="5" orient="horz" pos="3127">
          <p15:clr>
            <a:srgbClr val="EA4335"/>
          </p15:clr>
        </p15:guide>
        <p15:guide id="6" pos="5647">
          <p15:clr>
            <a:srgbClr val="EA4335"/>
          </p15:clr>
        </p15:guide>
        <p15:guide id="7" pos="1497">
          <p15:clr>
            <a:srgbClr val="EA4335"/>
          </p15:clr>
        </p15:guide>
        <p15:guide id="8" pos="426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49" name="Shape 49"/>
        <p:cNvGrpSpPr/>
        <p:nvPr/>
      </p:nvGrpSpPr>
      <p:grpSpPr>
        <a:xfrm>
          <a:off x="0" y="0"/>
          <a:ext cx="0" cy="0"/>
          <a:chOff x="0" y="0"/>
          <a:chExt cx="0" cy="0"/>
        </a:xfrm>
      </p:grpSpPr>
      <p:sp>
        <p:nvSpPr>
          <p:cNvPr id="50" name="Google Shape;50;p13"/>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51" name="Google Shape;51;p13"/>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hyperlink" Target="http://bit.ly/2PfT4lq" TargetMode="External"/><Relationship Id="rId4" Type="http://schemas.openxmlformats.org/officeDocument/2006/relationships/hyperlink" Target="https://bit.ly/2AB5gG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5"/>
          <p:cNvSpPr/>
          <p:nvPr/>
        </p:nvSpPr>
        <p:spPr>
          <a:xfrm>
            <a:off x="2569800" y="609600"/>
            <a:ext cx="4004400" cy="400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txBox="1"/>
          <p:nvPr>
            <p:ph type="ctrTitle"/>
          </p:nvPr>
        </p:nvSpPr>
        <p:spPr>
          <a:xfrm>
            <a:off x="2573400" y="1490550"/>
            <a:ext cx="4004400" cy="2060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4800"/>
              <a:t>Learning</a:t>
            </a:r>
            <a:endParaRPr b="1" sz="4800"/>
          </a:p>
          <a:p>
            <a:pPr indent="0" lvl="0" marL="0" rtl="0" algn="ctr">
              <a:spcBef>
                <a:spcPts val="0"/>
              </a:spcBef>
              <a:spcAft>
                <a:spcPts val="0"/>
              </a:spcAft>
              <a:buNone/>
            </a:pPr>
            <a:r>
              <a:rPr b="1" lang="en" sz="4800"/>
              <a:t>Strategies</a:t>
            </a:r>
            <a:r>
              <a:rPr b="1" lang="en" sz="6200"/>
              <a:t> </a:t>
            </a:r>
            <a:endParaRPr sz="3600"/>
          </a:p>
        </p:txBody>
      </p:sp>
      <p:sp>
        <p:nvSpPr>
          <p:cNvPr id="59" name="Google Shape;59;p15"/>
          <p:cNvSpPr/>
          <p:nvPr/>
        </p:nvSpPr>
        <p:spPr>
          <a:xfrm rot="1635335">
            <a:off x="-609401" y="-2000632"/>
            <a:ext cx="2322548" cy="5664635"/>
          </a:xfrm>
          <a:custGeom>
            <a:rect b="b" l="l" r="r" t="t"/>
            <a:pathLst>
              <a:path extrusionOk="0" h="22441" w="9201">
                <a:moveTo>
                  <a:pt x="1839" y="585"/>
                </a:moveTo>
                <a:cubicBezTo>
                  <a:pt x="2424" y="585"/>
                  <a:pt x="2901" y="1062"/>
                  <a:pt x="2901" y="1647"/>
                </a:cubicBezTo>
                <a:lnTo>
                  <a:pt x="2901" y="1865"/>
                </a:lnTo>
                <a:lnTo>
                  <a:pt x="2901" y="2163"/>
                </a:lnTo>
                <a:lnTo>
                  <a:pt x="2901" y="3253"/>
                </a:lnTo>
                <a:cubicBezTo>
                  <a:pt x="2901" y="3417"/>
                  <a:pt x="3021" y="3551"/>
                  <a:pt x="3185" y="3551"/>
                </a:cubicBezTo>
                <a:cubicBezTo>
                  <a:pt x="3348" y="3551"/>
                  <a:pt x="3485" y="3417"/>
                  <a:pt x="3485" y="3253"/>
                </a:cubicBezTo>
                <a:lnTo>
                  <a:pt x="3485" y="2339"/>
                </a:lnTo>
                <a:cubicBezTo>
                  <a:pt x="3726" y="2238"/>
                  <a:pt x="3980" y="2189"/>
                  <a:pt x="4233" y="2189"/>
                </a:cubicBezTo>
                <a:cubicBezTo>
                  <a:pt x="4725" y="2189"/>
                  <a:pt x="5213" y="2376"/>
                  <a:pt x="5582" y="2734"/>
                </a:cubicBezTo>
                <a:cubicBezTo>
                  <a:pt x="5608" y="2777"/>
                  <a:pt x="5647" y="2816"/>
                  <a:pt x="5676" y="2858"/>
                </a:cubicBezTo>
                <a:cubicBezTo>
                  <a:pt x="5690" y="2871"/>
                  <a:pt x="5703" y="2884"/>
                  <a:pt x="5716" y="2910"/>
                </a:cubicBezTo>
                <a:cubicBezTo>
                  <a:pt x="5758" y="2953"/>
                  <a:pt x="5797" y="3008"/>
                  <a:pt x="5840" y="3061"/>
                </a:cubicBezTo>
                <a:cubicBezTo>
                  <a:pt x="5921" y="3185"/>
                  <a:pt x="5990" y="3335"/>
                  <a:pt x="6029" y="3482"/>
                </a:cubicBezTo>
                <a:cubicBezTo>
                  <a:pt x="6206" y="4070"/>
                  <a:pt x="6042" y="4723"/>
                  <a:pt x="5552" y="5144"/>
                </a:cubicBezTo>
                <a:cubicBezTo>
                  <a:pt x="5432" y="5252"/>
                  <a:pt x="5418" y="5428"/>
                  <a:pt x="5526" y="5553"/>
                </a:cubicBezTo>
                <a:cubicBezTo>
                  <a:pt x="5582" y="5621"/>
                  <a:pt x="5663" y="5660"/>
                  <a:pt x="5745" y="5660"/>
                </a:cubicBezTo>
                <a:cubicBezTo>
                  <a:pt x="5810" y="5660"/>
                  <a:pt x="5879" y="5634"/>
                  <a:pt x="5934" y="5592"/>
                </a:cubicBezTo>
                <a:cubicBezTo>
                  <a:pt x="6261" y="5321"/>
                  <a:pt x="6480" y="4968"/>
                  <a:pt x="6601" y="4586"/>
                </a:cubicBezTo>
                <a:cubicBezTo>
                  <a:pt x="6927" y="4723"/>
                  <a:pt x="7241" y="4925"/>
                  <a:pt x="7499" y="5183"/>
                </a:cubicBezTo>
                <a:cubicBezTo>
                  <a:pt x="8439" y="6124"/>
                  <a:pt x="8573" y="7607"/>
                  <a:pt x="7852" y="8694"/>
                </a:cubicBezTo>
                <a:cubicBezTo>
                  <a:pt x="7566" y="8573"/>
                  <a:pt x="7253" y="8507"/>
                  <a:pt x="6928" y="8507"/>
                </a:cubicBezTo>
                <a:cubicBezTo>
                  <a:pt x="6851" y="8507"/>
                  <a:pt x="6773" y="8510"/>
                  <a:pt x="6695" y="8518"/>
                </a:cubicBezTo>
                <a:cubicBezTo>
                  <a:pt x="6532" y="8544"/>
                  <a:pt x="6411" y="8681"/>
                  <a:pt x="6437" y="8844"/>
                </a:cubicBezTo>
                <a:cubicBezTo>
                  <a:pt x="6450" y="8999"/>
                  <a:pt x="6585" y="9104"/>
                  <a:pt x="6737" y="9104"/>
                </a:cubicBezTo>
                <a:cubicBezTo>
                  <a:pt x="6746" y="9104"/>
                  <a:pt x="6755" y="9103"/>
                  <a:pt x="6764" y="9102"/>
                </a:cubicBezTo>
                <a:cubicBezTo>
                  <a:pt x="6825" y="9095"/>
                  <a:pt x="6886" y="9092"/>
                  <a:pt x="6947" y="9092"/>
                </a:cubicBezTo>
                <a:cubicBezTo>
                  <a:pt x="7474" y="9092"/>
                  <a:pt x="7954" y="9354"/>
                  <a:pt x="8247" y="9756"/>
                </a:cubicBezTo>
                <a:cubicBezTo>
                  <a:pt x="8358" y="9961"/>
                  <a:pt x="8452" y="10177"/>
                  <a:pt x="8521" y="10409"/>
                </a:cubicBezTo>
                <a:cubicBezTo>
                  <a:pt x="8521" y="10438"/>
                  <a:pt x="8521" y="10464"/>
                  <a:pt x="8534" y="10490"/>
                </a:cubicBezTo>
                <a:cubicBezTo>
                  <a:pt x="8534" y="10533"/>
                  <a:pt x="8547" y="10559"/>
                  <a:pt x="8560" y="10601"/>
                </a:cubicBezTo>
                <a:cubicBezTo>
                  <a:pt x="8603" y="10778"/>
                  <a:pt x="8616" y="10967"/>
                  <a:pt x="8616" y="11157"/>
                </a:cubicBezTo>
                <a:cubicBezTo>
                  <a:pt x="8616" y="11891"/>
                  <a:pt x="8328" y="12587"/>
                  <a:pt x="7812" y="13103"/>
                </a:cubicBezTo>
                <a:cubicBezTo>
                  <a:pt x="7430" y="12695"/>
                  <a:pt x="6888" y="12437"/>
                  <a:pt x="6274" y="12424"/>
                </a:cubicBezTo>
                <a:cubicBezTo>
                  <a:pt x="6111" y="12424"/>
                  <a:pt x="5974" y="12561"/>
                  <a:pt x="5974" y="12724"/>
                </a:cubicBezTo>
                <a:cubicBezTo>
                  <a:pt x="5974" y="12871"/>
                  <a:pt x="6098" y="13008"/>
                  <a:pt x="6261" y="13008"/>
                </a:cubicBezTo>
                <a:cubicBezTo>
                  <a:pt x="6833" y="13021"/>
                  <a:pt x="7336" y="13335"/>
                  <a:pt x="7607" y="13799"/>
                </a:cubicBezTo>
                <a:cubicBezTo>
                  <a:pt x="7718" y="14031"/>
                  <a:pt x="7786" y="14275"/>
                  <a:pt x="7825" y="14520"/>
                </a:cubicBezTo>
                <a:lnTo>
                  <a:pt x="7825" y="14628"/>
                </a:lnTo>
                <a:cubicBezTo>
                  <a:pt x="7825" y="14667"/>
                  <a:pt x="7838" y="14710"/>
                  <a:pt x="7852" y="14749"/>
                </a:cubicBezTo>
                <a:lnTo>
                  <a:pt x="7852" y="14955"/>
                </a:lnTo>
                <a:cubicBezTo>
                  <a:pt x="7852" y="16055"/>
                  <a:pt x="7228" y="17022"/>
                  <a:pt x="6261" y="17486"/>
                </a:cubicBezTo>
                <a:cubicBezTo>
                  <a:pt x="6137" y="16656"/>
                  <a:pt x="5526" y="15948"/>
                  <a:pt x="4667" y="15716"/>
                </a:cubicBezTo>
                <a:cubicBezTo>
                  <a:pt x="4643" y="15710"/>
                  <a:pt x="4618" y="15707"/>
                  <a:pt x="4594" y="15707"/>
                </a:cubicBezTo>
                <a:cubicBezTo>
                  <a:pt x="4462" y="15707"/>
                  <a:pt x="4351" y="15796"/>
                  <a:pt x="4315" y="15935"/>
                </a:cubicBezTo>
                <a:cubicBezTo>
                  <a:pt x="4275" y="16085"/>
                  <a:pt x="4370" y="16248"/>
                  <a:pt x="4520" y="16287"/>
                </a:cubicBezTo>
                <a:cubicBezTo>
                  <a:pt x="5226" y="16464"/>
                  <a:pt x="5690" y="17104"/>
                  <a:pt x="5703" y="17799"/>
                </a:cubicBezTo>
                <a:cubicBezTo>
                  <a:pt x="5690" y="17839"/>
                  <a:pt x="5690" y="17881"/>
                  <a:pt x="5690" y="17920"/>
                </a:cubicBezTo>
                <a:lnTo>
                  <a:pt x="5690" y="18044"/>
                </a:lnTo>
                <a:lnTo>
                  <a:pt x="5690" y="18057"/>
                </a:lnTo>
                <a:cubicBezTo>
                  <a:pt x="5676" y="18113"/>
                  <a:pt x="5676" y="18165"/>
                  <a:pt x="5647" y="18221"/>
                </a:cubicBezTo>
                <a:cubicBezTo>
                  <a:pt x="5634" y="18276"/>
                  <a:pt x="5647" y="18328"/>
                  <a:pt x="5663" y="18384"/>
                </a:cubicBezTo>
                <a:cubicBezTo>
                  <a:pt x="5500" y="19269"/>
                  <a:pt x="4723" y="19935"/>
                  <a:pt x="3799" y="19935"/>
                </a:cubicBezTo>
                <a:cubicBezTo>
                  <a:pt x="3622" y="19935"/>
                  <a:pt x="3443" y="19909"/>
                  <a:pt x="3266" y="19867"/>
                </a:cubicBezTo>
                <a:cubicBezTo>
                  <a:pt x="3240" y="19854"/>
                  <a:pt x="3214" y="19854"/>
                  <a:pt x="3185" y="19854"/>
                </a:cubicBezTo>
                <a:cubicBezTo>
                  <a:pt x="2858" y="19690"/>
                  <a:pt x="2600" y="19377"/>
                  <a:pt x="2545" y="18982"/>
                </a:cubicBezTo>
                <a:cubicBezTo>
                  <a:pt x="2521" y="18845"/>
                  <a:pt x="2395" y="18733"/>
                  <a:pt x="2259" y="18733"/>
                </a:cubicBezTo>
                <a:cubicBezTo>
                  <a:pt x="2246" y="18733"/>
                  <a:pt x="2232" y="18734"/>
                  <a:pt x="2218" y="18737"/>
                </a:cubicBezTo>
                <a:cubicBezTo>
                  <a:pt x="2055" y="18766"/>
                  <a:pt x="1947" y="18913"/>
                  <a:pt x="1960" y="19076"/>
                </a:cubicBezTo>
                <a:cubicBezTo>
                  <a:pt x="2042" y="19648"/>
                  <a:pt x="2411" y="20112"/>
                  <a:pt x="2901" y="20356"/>
                </a:cubicBezTo>
                <a:lnTo>
                  <a:pt x="2901" y="20791"/>
                </a:lnTo>
                <a:cubicBezTo>
                  <a:pt x="2901" y="21379"/>
                  <a:pt x="2424" y="21852"/>
                  <a:pt x="1839" y="21852"/>
                </a:cubicBezTo>
                <a:cubicBezTo>
                  <a:pt x="1255" y="21852"/>
                  <a:pt x="778" y="21379"/>
                  <a:pt x="778" y="20791"/>
                </a:cubicBezTo>
                <a:lnTo>
                  <a:pt x="778" y="17567"/>
                </a:lnTo>
                <a:cubicBezTo>
                  <a:pt x="1075" y="17839"/>
                  <a:pt x="1483" y="18002"/>
                  <a:pt x="1921" y="18002"/>
                </a:cubicBezTo>
                <a:cubicBezTo>
                  <a:pt x="2260" y="18002"/>
                  <a:pt x="2574" y="17907"/>
                  <a:pt x="2845" y="17744"/>
                </a:cubicBezTo>
                <a:cubicBezTo>
                  <a:pt x="2974" y="17690"/>
                  <a:pt x="3110" y="17663"/>
                  <a:pt x="3248" y="17663"/>
                </a:cubicBezTo>
                <a:cubicBezTo>
                  <a:pt x="3386" y="17663"/>
                  <a:pt x="3526" y="17690"/>
                  <a:pt x="3661" y="17744"/>
                </a:cubicBezTo>
                <a:cubicBezTo>
                  <a:pt x="3949" y="17852"/>
                  <a:pt x="4164" y="18070"/>
                  <a:pt x="4288" y="18341"/>
                </a:cubicBezTo>
                <a:cubicBezTo>
                  <a:pt x="4328" y="18452"/>
                  <a:pt x="4439" y="18521"/>
                  <a:pt x="4560" y="18521"/>
                </a:cubicBezTo>
                <a:cubicBezTo>
                  <a:pt x="4586" y="18521"/>
                  <a:pt x="4628" y="18505"/>
                  <a:pt x="4667" y="18492"/>
                </a:cubicBezTo>
                <a:cubicBezTo>
                  <a:pt x="4818" y="18423"/>
                  <a:pt x="4886" y="18260"/>
                  <a:pt x="4818" y="18113"/>
                </a:cubicBezTo>
                <a:cubicBezTo>
                  <a:pt x="4641" y="17688"/>
                  <a:pt x="4302" y="17362"/>
                  <a:pt x="3880" y="17198"/>
                </a:cubicBezTo>
                <a:cubicBezTo>
                  <a:pt x="3743" y="17133"/>
                  <a:pt x="3593" y="17104"/>
                  <a:pt x="3443" y="17091"/>
                </a:cubicBezTo>
                <a:cubicBezTo>
                  <a:pt x="3580" y="16846"/>
                  <a:pt x="3648" y="16562"/>
                  <a:pt x="3648" y="16274"/>
                </a:cubicBezTo>
                <a:lnTo>
                  <a:pt x="3648" y="15036"/>
                </a:lnTo>
                <a:cubicBezTo>
                  <a:pt x="3648" y="14873"/>
                  <a:pt x="3511" y="14736"/>
                  <a:pt x="3348" y="14736"/>
                </a:cubicBezTo>
                <a:cubicBezTo>
                  <a:pt x="3185" y="14736"/>
                  <a:pt x="3064" y="14873"/>
                  <a:pt x="3064" y="15036"/>
                </a:cubicBezTo>
                <a:lnTo>
                  <a:pt x="3064" y="16274"/>
                </a:lnTo>
                <a:cubicBezTo>
                  <a:pt x="3064" y="16656"/>
                  <a:pt x="2858" y="17009"/>
                  <a:pt x="2574" y="17215"/>
                </a:cubicBezTo>
                <a:lnTo>
                  <a:pt x="2561" y="17215"/>
                </a:lnTo>
                <a:cubicBezTo>
                  <a:pt x="2531" y="17228"/>
                  <a:pt x="2505" y="17241"/>
                  <a:pt x="2479" y="17267"/>
                </a:cubicBezTo>
                <a:cubicBezTo>
                  <a:pt x="2316" y="17362"/>
                  <a:pt x="2123" y="17417"/>
                  <a:pt x="1921" y="17417"/>
                </a:cubicBezTo>
                <a:cubicBezTo>
                  <a:pt x="1281" y="17417"/>
                  <a:pt x="778" y="16901"/>
                  <a:pt x="778" y="16274"/>
                </a:cubicBezTo>
                <a:lnTo>
                  <a:pt x="778" y="15595"/>
                </a:lnTo>
                <a:cubicBezTo>
                  <a:pt x="1049" y="15784"/>
                  <a:pt x="1388" y="15892"/>
                  <a:pt x="1757" y="15892"/>
                </a:cubicBezTo>
                <a:cubicBezTo>
                  <a:pt x="1908" y="15892"/>
                  <a:pt x="2042" y="15771"/>
                  <a:pt x="2042" y="15608"/>
                </a:cubicBezTo>
                <a:cubicBezTo>
                  <a:pt x="2042" y="15445"/>
                  <a:pt x="1908" y="15307"/>
                  <a:pt x="1757" y="15307"/>
                </a:cubicBezTo>
                <a:cubicBezTo>
                  <a:pt x="1104" y="15307"/>
                  <a:pt x="585" y="14791"/>
                  <a:pt x="585" y="14138"/>
                </a:cubicBezTo>
                <a:cubicBezTo>
                  <a:pt x="585" y="13498"/>
                  <a:pt x="1104" y="12969"/>
                  <a:pt x="1757" y="12969"/>
                </a:cubicBezTo>
                <a:lnTo>
                  <a:pt x="1921" y="12969"/>
                </a:lnTo>
                <a:cubicBezTo>
                  <a:pt x="2871" y="12969"/>
                  <a:pt x="3648" y="12192"/>
                  <a:pt x="3648" y="11238"/>
                </a:cubicBezTo>
                <a:lnTo>
                  <a:pt x="3648" y="10340"/>
                </a:lnTo>
                <a:cubicBezTo>
                  <a:pt x="4831" y="10206"/>
                  <a:pt x="5758" y="9197"/>
                  <a:pt x="5758" y="7989"/>
                </a:cubicBezTo>
                <a:cubicBezTo>
                  <a:pt x="5758" y="6682"/>
                  <a:pt x="4710" y="5634"/>
                  <a:pt x="3417" y="5621"/>
                </a:cubicBezTo>
                <a:cubicBezTo>
                  <a:pt x="3159" y="5089"/>
                  <a:pt x="2613" y="4707"/>
                  <a:pt x="1973" y="4707"/>
                </a:cubicBezTo>
                <a:cubicBezTo>
                  <a:pt x="1810" y="4707"/>
                  <a:pt x="1689" y="4844"/>
                  <a:pt x="1689" y="5007"/>
                </a:cubicBezTo>
                <a:cubicBezTo>
                  <a:pt x="1689" y="5170"/>
                  <a:pt x="1810" y="5308"/>
                  <a:pt x="1973" y="5308"/>
                </a:cubicBezTo>
                <a:cubicBezTo>
                  <a:pt x="2531" y="5308"/>
                  <a:pt x="2982" y="5755"/>
                  <a:pt x="2982" y="6313"/>
                </a:cubicBezTo>
                <a:cubicBezTo>
                  <a:pt x="2982" y="6872"/>
                  <a:pt x="2531" y="7319"/>
                  <a:pt x="1973" y="7319"/>
                </a:cubicBezTo>
                <a:cubicBezTo>
                  <a:pt x="1810" y="7319"/>
                  <a:pt x="1689" y="7456"/>
                  <a:pt x="1689" y="7620"/>
                </a:cubicBezTo>
                <a:cubicBezTo>
                  <a:pt x="1689" y="7783"/>
                  <a:pt x="1810" y="7907"/>
                  <a:pt x="1973" y="7907"/>
                </a:cubicBezTo>
                <a:cubicBezTo>
                  <a:pt x="2858" y="7907"/>
                  <a:pt x="3580" y="7198"/>
                  <a:pt x="3580" y="6313"/>
                </a:cubicBezTo>
                <a:cubicBezTo>
                  <a:pt x="3580" y="6274"/>
                  <a:pt x="3567" y="6245"/>
                  <a:pt x="3567" y="6219"/>
                </a:cubicBezTo>
                <a:lnTo>
                  <a:pt x="3567" y="6219"/>
                </a:lnTo>
                <a:cubicBezTo>
                  <a:pt x="4465" y="6300"/>
                  <a:pt x="5174" y="7061"/>
                  <a:pt x="5174" y="7989"/>
                </a:cubicBezTo>
                <a:cubicBezTo>
                  <a:pt x="5174" y="8844"/>
                  <a:pt x="4560" y="9566"/>
                  <a:pt x="3730" y="9729"/>
                </a:cubicBezTo>
                <a:lnTo>
                  <a:pt x="3635" y="9729"/>
                </a:lnTo>
                <a:cubicBezTo>
                  <a:pt x="3551" y="9748"/>
                  <a:pt x="3467" y="9757"/>
                  <a:pt x="3384" y="9757"/>
                </a:cubicBezTo>
                <a:cubicBezTo>
                  <a:pt x="2860" y="9757"/>
                  <a:pt x="2379" y="9399"/>
                  <a:pt x="2260" y="8858"/>
                </a:cubicBezTo>
                <a:cubicBezTo>
                  <a:pt x="2238" y="8721"/>
                  <a:pt x="2120" y="8632"/>
                  <a:pt x="1986" y="8632"/>
                </a:cubicBezTo>
                <a:cubicBezTo>
                  <a:pt x="1960" y="8632"/>
                  <a:pt x="1934" y="8635"/>
                  <a:pt x="1908" y="8642"/>
                </a:cubicBezTo>
                <a:cubicBezTo>
                  <a:pt x="1757" y="8668"/>
                  <a:pt x="1646" y="8831"/>
                  <a:pt x="1689" y="8982"/>
                </a:cubicBezTo>
                <a:cubicBezTo>
                  <a:pt x="1839" y="9687"/>
                  <a:pt x="2398" y="10193"/>
                  <a:pt x="3064" y="10314"/>
                </a:cubicBezTo>
                <a:lnTo>
                  <a:pt x="3064" y="11238"/>
                </a:lnTo>
                <a:cubicBezTo>
                  <a:pt x="3064" y="11865"/>
                  <a:pt x="2545" y="12381"/>
                  <a:pt x="1921" y="12381"/>
                </a:cubicBezTo>
                <a:cubicBezTo>
                  <a:pt x="1281" y="12381"/>
                  <a:pt x="778" y="11865"/>
                  <a:pt x="778" y="11238"/>
                </a:cubicBezTo>
                <a:lnTo>
                  <a:pt x="778" y="1647"/>
                </a:lnTo>
                <a:cubicBezTo>
                  <a:pt x="778" y="1062"/>
                  <a:pt x="1255" y="585"/>
                  <a:pt x="1839" y="585"/>
                </a:cubicBezTo>
                <a:close/>
                <a:moveTo>
                  <a:pt x="1839" y="1"/>
                </a:moveTo>
                <a:cubicBezTo>
                  <a:pt x="928" y="1"/>
                  <a:pt x="193" y="735"/>
                  <a:pt x="193" y="1647"/>
                </a:cubicBezTo>
                <a:lnTo>
                  <a:pt x="193" y="11238"/>
                </a:lnTo>
                <a:cubicBezTo>
                  <a:pt x="193" y="11797"/>
                  <a:pt x="451" y="12300"/>
                  <a:pt x="872" y="12626"/>
                </a:cubicBezTo>
                <a:cubicBezTo>
                  <a:pt x="356" y="12927"/>
                  <a:pt x="0" y="13498"/>
                  <a:pt x="0" y="14138"/>
                </a:cubicBezTo>
                <a:cubicBezTo>
                  <a:pt x="0" y="14422"/>
                  <a:pt x="69" y="14697"/>
                  <a:pt x="193" y="14942"/>
                </a:cubicBezTo>
                <a:lnTo>
                  <a:pt x="193" y="14968"/>
                </a:lnTo>
                <a:lnTo>
                  <a:pt x="193" y="20791"/>
                </a:lnTo>
                <a:cubicBezTo>
                  <a:pt x="193" y="21705"/>
                  <a:pt x="928" y="22440"/>
                  <a:pt x="1839" y="22440"/>
                </a:cubicBezTo>
                <a:cubicBezTo>
                  <a:pt x="2750" y="22440"/>
                  <a:pt x="3485" y="21705"/>
                  <a:pt x="3485" y="20791"/>
                </a:cubicBezTo>
                <a:lnTo>
                  <a:pt x="3485" y="20533"/>
                </a:lnTo>
                <a:cubicBezTo>
                  <a:pt x="3541" y="20546"/>
                  <a:pt x="3606" y="20546"/>
                  <a:pt x="3661" y="20546"/>
                </a:cubicBezTo>
                <a:cubicBezTo>
                  <a:pt x="3743" y="20546"/>
                  <a:pt x="3825" y="20533"/>
                  <a:pt x="3906" y="20533"/>
                </a:cubicBezTo>
                <a:cubicBezTo>
                  <a:pt x="3933" y="20520"/>
                  <a:pt x="3949" y="20520"/>
                  <a:pt x="3962" y="20520"/>
                </a:cubicBezTo>
                <a:cubicBezTo>
                  <a:pt x="5226" y="20438"/>
                  <a:pt x="6235" y="19390"/>
                  <a:pt x="6274" y="18113"/>
                </a:cubicBezTo>
                <a:cubicBezTo>
                  <a:pt x="7580" y="17607"/>
                  <a:pt x="8452" y="16369"/>
                  <a:pt x="8452" y="14955"/>
                </a:cubicBezTo>
                <a:cubicBezTo>
                  <a:pt x="8452" y="14791"/>
                  <a:pt x="8439" y="14628"/>
                  <a:pt x="8410" y="14465"/>
                </a:cubicBezTo>
                <a:cubicBezTo>
                  <a:pt x="8384" y="14151"/>
                  <a:pt x="8302" y="13851"/>
                  <a:pt x="8165" y="13593"/>
                </a:cubicBezTo>
                <a:cubicBezTo>
                  <a:pt x="8831" y="12953"/>
                  <a:pt x="9200" y="12084"/>
                  <a:pt x="9200" y="11157"/>
                </a:cubicBezTo>
                <a:cubicBezTo>
                  <a:pt x="9200" y="10846"/>
                  <a:pt x="9158" y="10546"/>
                  <a:pt x="9076" y="10259"/>
                </a:cubicBezTo>
                <a:cubicBezTo>
                  <a:pt x="9024" y="9961"/>
                  <a:pt x="8913" y="9687"/>
                  <a:pt x="8750" y="9458"/>
                </a:cubicBezTo>
                <a:cubicBezTo>
                  <a:pt x="8642" y="9279"/>
                  <a:pt x="8521" y="9116"/>
                  <a:pt x="8384" y="8952"/>
                </a:cubicBezTo>
                <a:cubicBezTo>
                  <a:pt x="8766" y="8342"/>
                  <a:pt x="8942" y="7633"/>
                  <a:pt x="8900" y="6911"/>
                </a:cubicBezTo>
                <a:cubicBezTo>
                  <a:pt x="8831" y="6111"/>
                  <a:pt x="8492" y="5334"/>
                  <a:pt x="7920" y="4762"/>
                </a:cubicBezTo>
                <a:cubicBezTo>
                  <a:pt x="7580" y="4423"/>
                  <a:pt x="7159" y="4165"/>
                  <a:pt x="6725" y="3988"/>
                </a:cubicBezTo>
                <a:cubicBezTo>
                  <a:pt x="6708" y="3782"/>
                  <a:pt x="6682" y="3580"/>
                  <a:pt x="6614" y="3374"/>
                </a:cubicBezTo>
                <a:cubicBezTo>
                  <a:pt x="6562" y="3142"/>
                  <a:pt x="6450" y="2910"/>
                  <a:pt x="6300" y="2708"/>
                </a:cubicBezTo>
                <a:cubicBezTo>
                  <a:pt x="6219" y="2571"/>
                  <a:pt x="6111" y="2437"/>
                  <a:pt x="5990" y="2326"/>
                </a:cubicBezTo>
                <a:cubicBezTo>
                  <a:pt x="5521" y="1847"/>
                  <a:pt x="4883" y="1600"/>
                  <a:pt x="4238" y="1600"/>
                </a:cubicBezTo>
                <a:cubicBezTo>
                  <a:pt x="3985" y="1600"/>
                  <a:pt x="3731" y="1638"/>
                  <a:pt x="3485" y="1715"/>
                </a:cubicBezTo>
                <a:lnTo>
                  <a:pt x="3485" y="1647"/>
                </a:lnTo>
                <a:cubicBezTo>
                  <a:pt x="3485" y="735"/>
                  <a:pt x="2750" y="1"/>
                  <a:pt x="18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5"/>
          <p:cNvSpPr/>
          <p:nvPr/>
        </p:nvSpPr>
        <p:spPr>
          <a:xfrm rot="7199981">
            <a:off x="-328418" y="1706060"/>
            <a:ext cx="2322738" cy="5659561"/>
          </a:xfrm>
          <a:custGeom>
            <a:rect b="b" l="l" r="r" t="t"/>
            <a:pathLst>
              <a:path extrusionOk="0" h="22441" w="9210">
                <a:moveTo>
                  <a:pt x="7361" y="585"/>
                </a:moveTo>
                <a:cubicBezTo>
                  <a:pt x="7946" y="585"/>
                  <a:pt x="8423" y="1062"/>
                  <a:pt x="8423" y="1647"/>
                </a:cubicBezTo>
                <a:lnTo>
                  <a:pt x="8423" y="11238"/>
                </a:lnTo>
                <a:cubicBezTo>
                  <a:pt x="8423" y="11865"/>
                  <a:pt x="7920" y="12381"/>
                  <a:pt x="7280" y="12381"/>
                </a:cubicBezTo>
                <a:cubicBezTo>
                  <a:pt x="6653" y="12381"/>
                  <a:pt x="6137" y="11865"/>
                  <a:pt x="6137" y="11238"/>
                </a:cubicBezTo>
                <a:lnTo>
                  <a:pt x="6137" y="10314"/>
                </a:lnTo>
                <a:cubicBezTo>
                  <a:pt x="6803" y="10193"/>
                  <a:pt x="7361" y="9687"/>
                  <a:pt x="7511" y="8982"/>
                </a:cubicBezTo>
                <a:cubicBezTo>
                  <a:pt x="7551" y="8831"/>
                  <a:pt x="7443" y="8668"/>
                  <a:pt x="7293" y="8642"/>
                </a:cubicBezTo>
                <a:cubicBezTo>
                  <a:pt x="7266" y="8635"/>
                  <a:pt x="7240" y="8632"/>
                  <a:pt x="7215" y="8632"/>
                </a:cubicBezTo>
                <a:cubicBezTo>
                  <a:pt x="7084" y="8632"/>
                  <a:pt x="6973" y="8721"/>
                  <a:pt x="6940" y="8858"/>
                </a:cubicBezTo>
                <a:cubicBezTo>
                  <a:pt x="6822" y="9399"/>
                  <a:pt x="6348" y="9757"/>
                  <a:pt x="5820" y="9757"/>
                </a:cubicBezTo>
                <a:cubicBezTo>
                  <a:pt x="5736" y="9757"/>
                  <a:pt x="5650" y="9748"/>
                  <a:pt x="5565" y="9729"/>
                </a:cubicBezTo>
                <a:lnTo>
                  <a:pt x="5470" y="9729"/>
                </a:lnTo>
                <a:cubicBezTo>
                  <a:pt x="4654" y="9566"/>
                  <a:pt x="4027" y="8844"/>
                  <a:pt x="4027" y="7989"/>
                </a:cubicBezTo>
                <a:cubicBezTo>
                  <a:pt x="4027" y="7061"/>
                  <a:pt x="4735" y="6300"/>
                  <a:pt x="5634" y="6219"/>
                </a:cubicBezTo>
                <a:lnTo>
                  <a:pt x="5634" y="6313"/>
                </a:lnTo>
                <a:cubicBezTo>
                  <a:pt x="5634" y="7198"/>
                  <a:pt x="6339" y="7907"/>
                  <a:pt x="7224" y="7907"/>
                </a:cubicBezTo>
                <a:cubicBezTo>
                  <a:pt x="7387" y="7907"/>
                  <a:pt x="7524" y="7783"/>
                  <a:pt x="7524" y="7620"/>
                </a:cubicBezTo>
                <a:cubicBezTo>
                  <a:pt x="7524" y="7456"/>
                  <a:pt x="7387" y="7319"/>
                  <a:pt x="7224" y="7319"/>
                </a:cubicBezTo>
                <a:cubicBezTo>
                  <a:pt x="6666" y="7319"/>
                  <a:pt x="6218" y="6872"/>
                  <a:pt x="6218" y="6313"/>
                </a:cubicBezTo>
                <a:cubicBezTo>
                  <a:pt x="6218" y="5755"/>
                  <a:pt x="6666" y="5308"/>
                  <a:pt x="7224" y="5308"/>
                </a:cubicBezTo>
                <a:cubicBezTo>
                  <a:pt x="7387" y="5308"/>
                  <a:pt x="7524" y="5170"/>
                  <a:pt x="7524" y="5007"/>
                </a:cubicBezTo>
                <a:cubicBezTo>
                  <a:pt x="7524" y="4844"/>
                  <a:pt x="7387" y="4707"/>
                  <a:pt x="7224" y="4707"/>
                </a:cubicBezTo>
                <a:cubicBezTo>
                  <a:pt x="6597" y="4707"/>
                  <a:pt x="6042" y="5089"/>
                  <a:pt x="5781" y="5621"/>
                </a:cubicBezTo>
                <a:cubicBezTo>
                  <a:pt x="4491" y="5634"/>
                  <a:pt x="3442" y="6682"/>
                  <a:pt x="3442" y="7989"/>
                </a:cubicBezTo>
                <a:cubicBezTo>
                  <a:pt x="3442" y="9197"/>
                  <a:pt x="4366" y="10206"/>
                  <a:pt x="5552" y="10340"/>
                </a:cubicBezTo>
                <a:lnTo>
                  <a:pt x="5552" y="11238"/>
                </a:lnTo>
                <a:cubicBezTo>
                  <a:pt x="5552" y="12192"/>
                  <a:pt x="6326" y="12969"/>
                  <a:pt x="7280" y="12969"/>
                </a:cubicBezTo>
                <a:lnTo>
                  <a:pt x="7456" y="12969"/>
                </a:lnTo>
                <a:cubicBezTo>
                  <a:pt x="8096" y="12969"/>
                  <a:pt x="8612" y="13498"/>
                  <a:pt x="8612" y="14138"/>
                </a:cubicBezTo>
                <a:cubicBezTo>
                  <a:pt x="8612" y="14791"/>
                  <a:pt x="8096" y="15307"/>
                  <a:pt x="7456" y="15307"/>
                </a:cubicBezTo>
                <a:cubicBezTo>
                  <a:pt x="7293" y="15307"/>
                  <a:pt x="7155" y="15445"/>
                  <a:pt x="7155" y="15608"/>
                </a:cubicBezTo>
                <a:cubicBezTo>
                  <a:pt x="7155" y="15771"/>
                  <a:pt x="7293" y="15892"/>
                  <a:pt x="7456" y="15892"/>
                </a:cubicBezTo>
                <a:cubicBezTo>
                  <a:pt x="7809" y="15892"/>
                  <a:pt x="8148" y="15784"/>
                  <a:pt x="8423" y="15595"/>
                </a:cubicBezTo>
                <a:lnTo>
                  <a:pt x="8423" y="16274"/>
                </a:lnTo>
                <a:cubicBezTo>
                  <a:pt x="8423" y="16901"/>
                  <a:pt x="7920" y="17417"/>
                  <a:pt x="7280" y="17417"/>
                </a:cubicBezTo>
                <a:cubicBezTo>
                  <a:pt x="7074" y="17417"/>
                  <a:pt x="6884" y="17362"/>
                  <a:pt x="6721" y="17267"/>
                </a:cubicBezTo>
                <a:cubicBezTo>
                  <a:pt x="6695" y="17241"/>
                  <a:pt x="6666" y="17228"/>
                  <a:pt x="6639" y="17215"/>
                </a:cubicBezTo>
                <a:cubicBezTo>
                  <a:pt x="6339" y="17009"/>
                  <a:pt x="6137" y="16656"/>
                  <a:pt x="6137" y="16274"/>
                </a:cubicBezTo>
                <a:lnTo>
                  <a:pt x="6137" y="15036"/>
                </a:lnTo>
                <a:cubicBezTo>
                  <a:pt x="6137" y="14873"/>
                  <a:pt x="6012" y="14736"/>
                  <a:pt x="5849" y="14736"/>
                </a:cubicBezTo>
                <a:cubicBezTo>
                  <a:pt x="5686" y="14736"/>
                  <a:pt x="5552" y="14873"/>
                  <a:pt x="5552" y="15036"/>
                </a:cubicBezTo>
                <a:lnTo>
                  <a:pt x="5552" y="16274"/>
                </a:lnTo>
                <a:cubicBezTo>
                  <a:pt x="5552" y="16562"/>
                  <a:pt x="5634" y="16846"/>
                  <a:pt x="5754" y="17091"/>
                </a:cubicBezTo>
                <a:cubicBezTo>
                  <a:pt x="5604" y="17104"/>
                  <a:pt x="5470" y="17133"/>
                  <a:pt x="5320" y="17198"/>
                </a:cubicBezTo>
                <a:cubicBezTo>
                  <a:pt x="4899" y="17362"/>
                  <a:pt x="4556" y="17688"/>
                  <a:pt x="4379" y="18113"/>
                </a:cubicBezTo>
                <a:cubicBezTo>
                  <a:pt x="4311" y="18260"/>
                  <a:pt x="4379" y="18423"/>
                  <a:pt x="4530" y="18492"/>
                </a:cubicBezTo>
                <a:cubicBezTo>
                  <a:pt x="4572" y="18505"/>
                  <a:pt x="4611" y="18521"/>
                  <a:pt x="4654" y="18521"/>
                </a:cubicBezTo>
                <a:cubicBezTo>
                  <a:pt x="4762" y="18521"/>
                  <a:pt x="4869" y="18452"/>
                  <a:pt x="4912" y="18341"/>
                </a:cubicBezTo>
                <a:cubicBezTo>
                  <a:pt x="5033" y="18070"/>
                  <a:pt x="5265" y="17852"/>
                  <a:pt x="5536" y="17744"/>
                </a:cubicBezTo>
                <a:cubicBezTo>
                  <a:pt x="5673" y="17690"/>
                  <a:pt x="5812" y="17663"/>
                  <a:pt x="5952" y="17663"/>
                </a:cubicBezTo>
                <a:cubicBezTo>
                  <a:pt x="6092" y="17663"/>
                  <a:pt x="6231" y="17690"/>
                  <a:pt x="6368" y="17744"/>
                </a:cubicBezTo>
                <a:cubicBezTo>
                  <a:pt x="6626" y="17907"/>
                  <a:pt x="6953" y="18002"/>
                  <a:pt x="7280" y="18002"/>
                </a:cubicBezTo>
                <a:cubicBezTo>
                  <a:pt x="7727" y="18002"/>
                  <a:pt x="8122" y="17839"/>
                  <a:pt x="8423" y="17567"/>
                </a:cubicBezTo>
                <a:lnTo>
                  <a:pt x="8423" y="20791"/>
                </a:lnTo>
                <a:cubicBezTo>
                  <a:pt x="8423" y="21379"/>
                  <a:pt x="7946" y="21852"/>
                  <a:pt x="7361" y="21852"/>
                </a:cubicBezTo>
                <a:cubicBezTo>
                  <a:pt x="6777" y="21852"/>
                  <a:pt x="6300" y="21379"/>
                  <a:pt x="6300" y="20791"/>
                </a:cubicBezTo>
                <a:lnTo>
                  <a:pt x="6300" y="20356"/>
                </a:lnTo>
                <a:cubicBezTo>
                  <a:pt x="6790" y="20112"/>
                  <a:pt x="7155" y="19648"/>
                  <a:pt x="7237" y="19076"/>
                </a:cubicBezTo>
                <a:cubicBezTo>
                  <a:pt x="7266" y="18913"/>
                  <a:pt x="7142" y="18766"/>
                  <a:pt x="6992" y="18737"/>
                </a:cubicBezTo>
                <a:cubicBezTo>
                  <a:pt x="6977" y="18734"/>
                  <a:pt x="6962" y="18733"/>
                  <a:pt x="6947" y="18733"/>
                </a:cubicBezTo>
                <a:cubicBezTo>
                  <a:pt x="6802" y="18733"/>
                  <a:pt x="6676" y="18845"/>
                  <a:pt x="6653" y="18982"/>
                </a:cubicBezTo>
                <a:cubicBezTo>
                  <a:pt x="6597" y="19377"/>
                  <a:pt x="6352" y="19690"/>
                  <a:pt x="6012" y="19854"/>
                </a:cubicBezTo>
                <a:cubicBezTo>
                  <a:pt x="5986" y="19854"/>
                  <a:pt x="5960" y="19854"/>
                  <a:pt x="5931" y="19867"/>
                </a:cubicBezTo>
                <a:cubicBezTo>
                  <a:pt x="5754" y="19909"/>
                  <a:pt x="5578" y="19935"/>
                  <a:pt x="5402" y="19935"/>
                </a:cubicBezTo>
                <a:cubicBezTo>
                  <a:pt x="4474" y="19935"/>
                  <a:pt x="3700" y="19269"/>
                  <a:pt x="3537" y="18384"/>
                </a:cubicBezTo>
                <a:cubicBezTo>
                  <a:pt x="3563" y="18328"/>
                  <a:pt x="3563" y="18276"/>
                  <a:pt x="3550" y="18221"/>
                </a:cubicBezTo>
                <a:cubicBezTo>
                  <a:pt x="3537" y="18165"/>
                  <a:pt x="3524" y="18113"/>
                  <a:pt x="3511" y="18044"/>
                </a:cubicBezTo>
                <a:lnTo>
                  <a:pt x="3511" y="17920"/>
                </a:lnTo>
                <a:cubicBezTo>
                  <a:pt x="3524" y="17881"/>
                  <a:pt x="3511" y="17839"/>
                  <a:pt x="3494" y="17799"/>
                </a:cubicBezTo>
                <a:cubicBezTo>
                  <a:pt x="3511" y="17104"/>
                  <a:pt x="3971" y="16464"/>
                  <a:pt x="4680" y="16287"/>
                </a:cubicBezTo>
                <a:cubicBezTo>
                  <a:pt x="4843" y="16248"/>
                  <a:pt x="4938" y="16085"/>
                  <a:pt x="4899" y="15935"/>
                </a:cubicBezTo>
                <a:cubicBezTo>
                  <a:pt x="4863" y="15796"/>
                  <a:pt x="4740" y="15707"/>
                  <a:pt x="4604" y="15707"/>
                </a:cubicBezTo>
                <a:cubicBezTo>
                  <a:pt x="4579" y="15707"/>
                  <a:pt x="4555" y="15710"/>
                  <a:pt x="4530" y="15716"/>
                </a:cubicBezTo>
                <a:cubicBezTo>
                  <a:pt x="3674" y="15948"/>
                  <a:pt x="3073" y="16656"/>
                  <a:pt x="2939" y="17473"/>
                </a:cubicBezTo>
                <a:cubicBezTo>
                  <a:pt x="1973" y="17022"/>
                  <a:pt x="1346" y="16055"/>
                  <a:pt x="1346" y="14955"/>
                </a:cubicBezTo>
                <a:lnTo>
                  <a:pt x="1346" y="14749"/>
                </a:lnTo>
                <a:cubicBezTo>
                  <a:pt x="1372" y="14710"/>
                  <a:pt x="1372" y="14667"/>
                  <a:pt x="1372" y="14628"/>
                </a:cubicBezTo>
                <a:lnTo>
                  <a:pt x="1372" y="14520"/>
                </a:lnTo>
                <a:cubicBezTo>
                  <a:pt x="1414" y="14275"/>
                  <a:pt x="1483" y="14031"/>
                  <a:pt x="1590" y="13799"/>
                </a:cubicBezTo>
                <a:cubicBezTo>
                  <a:pt x="1862" y="13335"/>
                  <a:pt x="2368" y="13021"/>
                  <a:pt x="2939" y="13008"/>
                </a:cubicBezTo>
                <a:cubicBezTo>
                  <a:pt x="3103" y="13008"/>
                  <a:pt x="3223" y="12871"/>
                  <a:pt x="3223" y="12724"/>
                </a:cubicBezTo>
                <a:cubicBezTo>
                  <a:pt x="3223" y="12561"/>
                  <a:pt x="3086" y="12424"/>
                  <a:pt x="2923" y="12424"/>
                </a:cubicBezTo>
                <a:cubicBezTo>
                  <a:pt x="2325" y="12437"/>
                  <a:pt x="1767" y="12695"/>
                  <a:pt x="1388" y="13103"/>
                </a:cubicBezTo>
                <a:cubicBezTo>
                  <a:pt x="869" y="12587"/>
                  <a:pt x="585" y="11891"/>
                  <a:pt x="585" y="11157"/>
                </a:cubicBezTo>
                <a:cubicBezTo>
                  <a:pt x="585" y="10967"/>
                  <a:pt x="611" y="10778"/>
                  <a:pt x="637" y="10601"/>
                </a:cubicBezTo>
                <a:cubicBezTo>
                  <a:pt x="666" y="10559"/>
                  <a:pt x="666" y="10533"/>
                  <a:pt x="679" y="10490"/>
                </a:cubicBezTo>
                <a:cubicBezTo>
                  <a:pt x="679" y="10464"/>
                  <a:pt x="679" y="10438"/>
                  <a:pt x="692" y="10409"/>
                </a:cubicBezTo>
                <a:cubicBezTo>
                  <a:pt x="748" y="10177"/>
                  <a:pt x="843" y="9961"/>
                  <a:pt x="950" y="9756"/>
                </a:cubicBezTo>
                <a:cubicBezTo>
                  <a:pt x="1243" y="9354"/>
                  <a:pt x="1734" y="9092"/>
                  <a:pt x="2254" y="9092"/>
                </a:cubicBezTo>
                <a:cubicBezTo>
                  <a:pt x="2313" y="9092"/>
                  <a:pt x="2373" y="9095"/>
                  <a:pt x="2433" y="9102"/>
                </a:cubicBezTo>
                <a:cubicBezTo>
                  <a:pt x="2442" y="9103"/>
                  <a:pt x="2451" y="9104"/>
                  <a:pt x="2460" y="9104"/>
                </a:cubicBezTo>
                <a:cubicBezTo>
                  <a:pt x="2612" y="9104"/>
                  <a:pt x="2747" y="8999"/>
                  <a:pt x="2760" y="8844"/>
                </a:cubicBezTo>
                <a:cubicBezTo>
                  <a:pt x="2789" y="8681"/>
                  <a:pt x="2665" y="8544"/>
                  <a:pt x="2515" y="8518"/>
                </a:cubicBezTo>
                <a:cubicBezTo>
                  <a:pt x="2434" y="8510"/>
                  <a:pt x="2355" y="8507"/>
                  <a:pt x="2276" y="8507"/>
                </a:cubicBezTo>
                <a:cubicBezTo>
                  <a:pt x="1944" y="8507"/>
                  <a:pt x="1631" y="8573"/>
                  <a:pt x="1346" y="8694"/>
                </a:cubicBezTo>
                <a:cubicBezTo>
                  <a:pt x="624" y="7607"/>
                  <a:pt x="761" y="6124"/>
                  <a:pt x="1698" y="5183"/>
                </a:cubicBezTo>
                <a:cubicBezTo>
                  <a:pt x="1960" y="4925"/>
                  <a:pt x="2270" y="4723"/>
                  <a:pt x="2596" y="4586"/>
                </a:cubicBezTo>
                <a:cubicBezTo>
                  <a:pt x="2720" y="4968"/>
                  <a:pt x="2952" y="5321"/>
                  <a:pt x="3266" y="5592"/>
                </a:cubicBezTo>
                <a:cubicBezTo>
                  <a:pt x="3318" y="5634"/>
                  <a:pt x="3387" y="5660"/>
                  <a:pt x="3455" y="5660"/>
                </a:cubicBezTo>
                <a:cubicBezTo>
                  <a:pt x="3537" y="5660"/>
                  <a:pt x="3619" y="5621"/>
                  <a:pt x="3674" y="5553"/>
                </a:cubicBezTo>
                <a:cubicBezTo>
                  <a:pt x="3782" y="5428"/>
                  <a:pt x="3769" y="5252"/>
                  <a:pt x="3645" y="5144"/>
                </a:cubicBezTo>
                <a:cubicBezTo>
                  <a:pt x="3155" y="4723"/>
                  <a:pt x="2992" y="4070"/>
                  <a:pt x="3168" y="3482"/>
                </a:cubicBezTo>
                <a:cubicBezTo>
                  <a:pt x="3210" y="3335"/>
                  <a:pt x="3279" y="3198"/>
                  <a:pt x="3374" y="3061"/>
                </a:cubicBezTo>
                <a:cubicBezTo>
                  <a:pt x="3400" y="3008"/>
                  <a:pt x="3442" y="2953"/>
                  <a:pt x="3481" y="2910"/>
                </a:cubicBezTo>
                <a:cubicBezTo>
                  <a:pt x="3494" y="2884"/>
                  <a:pt x="3511" y="2871"/>
                  <a:pt x="3524" y="2858"/>
                </a:cubicBezTo>
                <a:cubicBezTo>
                  <a:pt x="3550" y="2816"/>
                  <a:pt x="3592" y="2777"/>
                  <a:pt x="3619" y="2734"/>
                </a:cubicBezTo>
                <a:cubicBezTo>
                  <a:pt x="3988" y="2376"/>
                  <a:pt x="4475" y="2189"/>
                  <a:pt x="4968" y="2189"/>
                </a:cubicBezTo>
                <a:cubicBezTo>
                  <a:pt x="5220" y="2189"/>
                  <a:pt x="5475" y="2238"/>
                  <a:pt x="5715" y="2339"/>
                </a:cubicBezTo>
                <a:lnTo>
                  <a:pt x="5715" y="3253"/>
                </a:lnTo>
                <a:cubicBezTo>
                  <a:pt x="5715" y="3417"/>
                  <a:pt x="5849" y="3551"/>
                  <a:pt x="6012" y="3551"/>
                </a:cubicBezTo>
                <a:cubicBezTo>
                  <a:pt x="6176" y="3551"/>
                  <a:pt x="6300" y="3417"/>
                  <a:pt x="6300" y="3253"/>
                </a:cubicBezTo>
                <a:lnTo>
                  <a:pt x="6300" y="2163"/>
                </a:lnTo>
                <a:lnTo>
                  <a:pt x="6300" y="1865"/>
                </a:lnTo>
                <a:lnTo>
                  <a:pt x="6300" y="1647"/>
                </a:lnTo>
                <a:cubicBezTo>
                  <a:pt x="6300" y="1062"/>
                  <a:pt x="6777" y="585"/>
                  <a:pt x="7361" y="585"/>
                </a:cubicBezTo>
                <a:close/>
                <a:moveTo>
                  <a:pt x="7361" y="1"/>
                </a:moveTo>
                <a:cubicBezTo>
                  <a:pt x="6463" y="1"/>
                  <a:pt x="5715" y="735"/>
                  <a:pt x="5715" y="1647"/>
                </a:cubicBezTo>
                <a:lnTo>
                  <a:pt x="5715" y="1715"/>
                </a:lnTo>
                <a:cubicBezTo>
                  <a:pt x="5469" y="1638"/>
                  <a:pt x="5215" y="1600"/>
                  <a:pt x="4962" y="1600"/>
                </a:cubicBezTo>
                <a:cubicBezTo>
                  <a:pt x="4317" y="1600"/>
                  <a:pt x="3679" y="1847"/>
                  <a:pt x="3210" y="2326"/>
                </a:cubicBezTo>
                <a:cubicBezTo>
                  <a:pt x="3086" y="2450"/>
                  <a:pt x="2978" y="2571"/>
                  <a:pt x="2897" y="2708"/>
                </a:cubicBezTo>
                <a:cubicBezTo>
                  <a:pt x="2747" y="2910"/>
                  <a:pt x="2652" y="3142"/>
                  <a:pt x="2583" y="3374"/>
                </a:cubicBezTo>
                <a:cubicBezTo>
                  <a:pt x="2531" y="3580"/>
                  <a:pt x="2489" y="3782"/>
                  <a:pt x="2489" y="3988"/>
                </a:cubicBezTo>
                <a:cubicBezTo>
                  <a:pt x="2041" y="4165"/>
                  <a:pt x="1633" y="4423"/>
                  <a:pt x="1290" y="4762"/>
                </a:cubicBezTo>
                <a:cubicBezTo>
                  <a:pt x="705" y="5334"/>
                  <a:pt x="366" y="6111"/>
                  <a:pt x="310" y="6911"/>
                </a:cubicBezTo>
                <a:cubicBezTo>
                  <a:pt x="258" y="7633"/>
                  <a:pt x="434" y="8342"/>
                  <a:pt x="816" y="8952"/>
                </a:cubicBezTo>
                <a:cubicBezTo>
                  <a:pt x="679" y="9116"/>
                  <a:pt x="555" y="9279"/>
                  <a:pt x="447" y="9458"/>
                </a:cubicBezTo>
                <a:cubicBezTo>
                  <a:pt x="297" y="9687"/>
                  <a:pt x="176" y="9961"/>
                  <a:pt x="121" y="10259"/>
                </a:cubicBezTo>
                <a:cubicBezTo>
                  <a:pt x="39" y="10546"/>
                  <a:pt x="0" y="10846"/>
                  <a:pt x="0" y="11157"/>
                </a:cubicBezTo>
                <a:cubicBezTo>
                  <a:pt x="0" y="12084"/>
                  <a:pt x="379" y="12953"/>
                  <a:pt x="1032" y="13593"/>
                </a:cubicBezTo>
                <a:cubicBezTo>
                  <a:pt x="898" y="13851"/>
                  <a:pt x="816" y="14151"/>
                  <a:pt x="787" y="14465"/>
                </a:cubicBezTo>
                <a:cubicBezTo>
                  <a:pt x="774" y="14628"/>
                  <a:pt x="761" y="14791"/>
                  <a:pt x="761" y="14955"/>
                </a:cubicBezTo>
                <a:cubicBezTo>
                  <a:pt x="761" y="16369"/>
                  <a:pt x="1617" y="17607"/>
                  <a:pt x="2923" y="18113"/>
                </a:cubicBezTo>
                <a:cubicBezTo>
                  <a:pt x="2965" y="19390"/>
                  <a:pt x="3971" y="20438"/>
                  <a:pt x="5238" y="20520"/>
                </a:cubicBezTo>
                <a:cubicBezTo>
                  <a:pt x="5251" y="20520"/>
                  <a:pt x="5278" y="20520"/>
                  <a:pt x="5291" y="20533"/>
                </a:cubicBezTo>
                <a:cubicBezTo>
                  <a:pt x="5372" y="20533"/>
                  <a:pt x="5454" y="20546"/>
                  <a:pt x="5536" y="20546"/>
                </a:cubicBezTo>
                <a:cubicBezTo>
                  <a:pt x="5591" y="20546"/>
                  <a:pt x="5660" y="20546"/>
                  <a:pt x="5715" y="20533"/>
                </a:cubicBezTo>
                <a:lnTo>
                  <a:pt x="5715" y="20791"/>
                </a:lnTo>
                <a:cubicBezTo>
                  <a:pt x="5715" y="21705"/>
                  <a:pt x="6463" y="22440"/>
                  <a:pt x="7361" y="22440"/>
                </a:cubicBezTo>
                <a:cubicBezTo>
                  <a:pt x="8272" y="22440"/>
                  <a:pt x="9020" y="21705"/>
                  <a:pt x="9020" y="20791"/>
                </a:cubicBezTo>
                <a:lnTo>
                  <a:pt x="9020" y="14968"/>
                </a:lnTo>
                <a:cubicBezTo>
                  <a:pt x="9020" y="14955"/>
                  <a:pt x="9007" y="14955"/>
                  <a:pt x="9007" y="14942"/>
                </a:cubicBezTo>
                <a:cubicBezTo>
                  <a:pt x="9144" y="14697"/>
                  <a:pt x="9210" y="14422"/>
                  <a:pt x="9210" y="14138"/>
                </a:cubicBezTo>
                <a:cubicBezTo>
                  <a:pt x="9210" y="13498"/>
                  <a:pt x="8857" y="12927"/>
                  <a:pt x="8328" y="12626"/>
                </a:cubicBezTo>
                <a:cubicBezTo>
                  <a:pt x="8749" y="12300"/>
                  <a:pt x="9020" y="11797"/>
                  <a:pt x="9020" y="11238"/>
                </a:cubicBezTo>
                <a:lnTo>
                  <a:pt x="9020" y="1647"/>
                </a:lnTo>
                <a:cubicBezTo>
                  <a:pt x="9020" y="735"/>
                  <a:pt x="8272" y="1"/>
                  <a:pt x="736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5"/>
          <p:cNvSpPr/>
          <p:nvPr/>
        </p:nvSpPr>
        <p:spPr>
          <a:xfrm flipH="1" rot="-1635335">
            <a:off x="7458454" y="-2000632"/>
            <a:ext cx="2322548" cy="5664635"/>
          </a:xfrm>
          <a:custGeom>
            <a:rect b="b" l="l" r="r" t="t"/>
            <a:pathLst>
              <a:path extrusionOk="0" h="22441" w="9201">
                <a:moveTo>
                  <a:pt x="1839" y="585"/>
                </a:moveTo>
                <a:cubicBezTo>
                  <a:pt x="2424" y="585"/>
                  <a:pt x="2901" y="1062"/>
                  <a:pt x="2901" y="1647"/>
                </a:cubicBezTo>
                <a:lnTo>
                  <a:pt x="2901" y="1865"/>
                </a:lnTo>
                <a:lnTo>
                  <a:pt x="2901" y="2163"/>
                </a:lnTo>
                <a:lnTo>
                  <a:pt x="2901" y="3253"/>
                </a:lnTo>
                <a:cubicBezTo>
                  <a:pt x="2901" y="3417"/>
                  <a:pt x="3021" y="3551"/>
                  <a:pt x="3185" y="3551"/>
                </a:cubicBezTo>
                <a:cubicBezTo>
                  <a:pt x="3348" y="3551"/>
                  <a:pt x="3485" y="3417"/>
                  <a:pt x="3485" y="3253"/>
                </a:cubicBezTo>
                <a:lnTo>
                  <a:pt x="3485" y="2339"/>
                </a:lnTo>
                <a:cubicBezTo>
                  <a:pt x="3726" y="2238"/>
                  <a:pt x="3980" y="2189"/>
                  <a:pt x="4233" y="2189"/>
                </a:cubicBezTo>
                <a:cubicBezTo>
                  <a:pt x="4725" y="2189"/>
                  <a:pt x="5213" y="2376"/>
                  <a:pt x="5582" y="2734"/>
                </a:cubicBezTo>
                <a:cubicBezTo>
                  <a:pt x="5608" y="2777"/>
                  <a:pt x="5647" y="2816"/>
                  <a:pt x="5676" y="2858"/>
                </a:cubicBezTo>
                <a:cubicBezTo>
                  <a:pt x="5690" y="2871"/>
                  <a:pt x="5703" y="2884"/>
                  <a:pt x="5716" y="2910"/>
                </a:cubicBezTo>
                <a:cubicBezTo>
                  <a:pt x="5758" y="2953"/>
                  <a:pt x="5797" y="3008"/>
                  <a:pt x="5840" y="3061"/>
                </a:cubicBezTo>
                <a:cubicBezTo>
                  <a:pt x="5921" y="3185"/>
                  <a:pt x="5990" y="3335"/>
                  <a:pt x="6029" y="3482"/>
                </a:cubicBezTo>
                <a:cubicBezTo>
                  <a:pt x="6206" y="4070"/>
                  <a:pt x="6042" y="4723"/>
                  <a:pt x="5552" y="5144"/>
                </a:cubicBezTo>
                <a:cubicBezTo>
                  <a:pt x="5432" y="5252"/>
                  <a:pt x="5418" y="5428"/>
                  <a:pt x="5526" y="5553"/>
                </a:cubicBezTo>
                <a:cubicBezTo>
                  <a:pt x="5582" y="5621"/>
                  <a:pt x="5663" y="5660"/>
                  <a:pt x="5745" y="5660"/>
                </a:cubicBezTo>
                <a:cubicBezTo>
                  <a:pt x="5810" y="5660"/>
                  <a:pt x="5879" y="5634"/>
                  <a:pt x="5934" y="5592"/>
                </a:cubicBezTo>
                <a:cubicBezTo>
                  <a:pt x="6261" y="5321"/>
                  <a:pt x="6480" y="4968"/>
                  <a:pt x="6601" y="4586"/>
                </a:cubicBezTo>
                <a:cubicBezTo>
                  <a:pt x="6927" y="4723"/>
                  <a:pt x="7241" y="4925"/>
                  <a:pt x="7499" y="5183"/>
                </a:cubicBezTo>
                <a:cubicBezTo>
                  <a:pt x="8439" y="6124"/>
                  <a:pt x="8573" y="7607"/>
                  <a:pt x="7852" y="8694"/>
                </a:cubicBezTo>
                <a:cubicBezTo>
                  <a:pt x="7566" y="8573"/>
                  <a:pt x="7253" y="8507"/>
                  <a:pt x="6928" y="8507"/>
                </a:cubicBezTo>
                <a:cubicBezTo>
                  <a:pt x="6851" y="8507"/>
                  <a:pt x="6773" y="8510"/>
                  <a:pt x="6695" y="8518"/>
                </a:cubicBezTo>
                <a:cubicBezTo>
                  <a:pt x="6532" y="8544"/>
                  <a:pt x="6411" y="8681"/>
                  <a:pt x="6437" y="8844"/>
                </a:cubicBezTo>
                <a:cubicBezTo>
                  <a:pt x="6450" y="8999"/>
                  <a:pt x="6585" y="9104"/>
                  <a:pt x="6737" y="9104"/>
                </a:cubicBezTo>
                <a:cubicBezTo>
                  <a:pt x="6746" y="9104"/>
                  <a:pt x="6755" y="9103"/>
                  <a:pt x="6764" y="9102"/>
                </a:cubicBezTo>
                <a:cubicBezTo>
                  <a:pt x="6825" y="9095"/>
                  <a:pt x="6886" y="9092"/>
                  <a:pt x="6947" y="9092"/>
                </a:cubicBezTo>
                <a:cubicBezTo>
                  <a:pt x="7474" y="9092"/>
                  <a:pt x="7954" y="9354"/>
                  <a:pt x="8247" y="9756"/>
                </a:cubicBezTo>
                <a:cubicBezTo>
                  <a:pt x="8358" y="9961"/>
                  <a:pt x="8452" y="10177"/>
                  <a:pt x="8521" y="10409"/>
                </a:cubicBezTo>
                <a:cubicBezTo>
                  <a:pt x="8521" y="10438"/>
                  <a:pt x="8521" y="10464"/>
                  <a:pt x="8534" y="10490"/>
                </a:cubicBezTo>
                <a:cubicBezTo>
                  <a:pt x="8534" y="10533"/>
                  <a:pt x="8547" y="10559"/>
                  <a:pt x="8560" y="10601"/>
                </a:cubicBezTo>
                <a:cubicBezTo>
                  <a:pt x="8603" y="10778"/>
                  <a:pt x="8616" y="10967"/>
                  <a:pt x="8616" y="11157"/>
                </a:cubicBezTo>
                <a:cubicBezTo>
                  <a:pt x="8616" y="11891"/>
                  <a:pt x="8328" y="12587"/>
                  <a:pt x="7812" y="13103"/>
                </a:cubicBezTo>
                <a:cubicBezTo>
                  <a:pt x="7430" y="12695"/>
                  <a:pt x="6888" y="12437"/>
                  <a:pt x="6274" y="12424"/>
                </a:cubicBezTo>
                <a:cubicBezTo>
                  <a:pt x="6111" y="12424"/>
                  <a:pt x="5974" y="12561"/>
                  <a:pt x="5974" y="12724"/>
                </a:cubicBezTo>
                <a:cubicBezTo>
                  <a:pt x="5974" y="12871"/>
                  <a:pt x="6098" y="13008"/>
                  <a:pt x="6261" y="13008"/>
                </a:cubicBezTo>
                <a:cubicBezTo>
                  <a:pt x="6833" y="13021"/>
                  <a:pt x="7336" y="13335"/>
                  <a:pt x="7607" y="13799"/>
                </a:cubicBezTo>
                <a:cubicBezTo>
                  <a:pt x="7718" y="14031"/>
                  <a:pt x="7786" y="14275"/>
                  <a:pt x="7825" y="14520"/>
                </a:cubicBezTo>
                <a:lnTo>
                  <a:pt x="7825" y="14628"/>
                </a:lnTo>
                <a:cubicBezTo>
                  <a:pt x="7825" y="14667"/>
                  <a:pt x="7838" y="14710"/>
                  <a:pt x="7852" y="14749"/>
                </a:cubicBezTo>
                <a:lnTo>
                  <a:pt x="7852" y="14955"/>
                </a:lnTo>
                <a:cubicBezTo>
                  <a:pt x="7852" y="16055"/>
                  <a:pt x="7228" y="17022"/>
                  <a:pt x="6261" y="17486"/>
                </a:cubicBezTo>
                <a:cubicBezTo>
                  <a:pt x="6137" y="16656"/>
                  <a:pt x="5526" y="15948"/>
                  <a:pt x="4667" y="15716"/>
                </a:cubicBezTo>
                <a:cubicBezTo>
                  <a:pt x="4643" y="15710"/>
                  <a:pt x="4618" y="15707"/>
                  <a:pt x="4594" y="15707"/>
                </a:cubicBezTo>
                <a:cubicBezTo>
                  <a:pt x="4462" y="15707"/>
                  <a:pt x="4351" y="15796"/>
                  <a:pt x="4315" y="15935"/>
                </a:cubicBezTo>
                <a:cubicBezTo>
                  <a:pt x="4275" y="16085"/>
                  <a:pt x="4370" y="16248"/>
                  <a:pt x="4520" y="16287"/>
                </a:cubicBezTo>
                <a:cubicBezTo>
                  <a:pt x="5226" y="16464"/>
                  <a:pt x="5690" y="17104"/>
                  <a:pt x="5703" y="17799"/>
                </a:cubicBezTo>
                <a:cubicBezTo>
                  <a:pt x="5690" y="17839"/>
                  <a:pt x="5690" y="17881"/>
                  <a:pt x="5690" y="17920"/>
                </a:cubicBezTo>
                <a:lnTo>
                  <a:pt x="5690" y="18044"/>
                </a:lnTo>
                <a:lnTo>
                  <a:pt x="5690" y="18057"/>
                </a:lnTo>
                <a:cubicBezTo>
                  <a:pt x="5676" y="18113"/>
                  <a:pt x="5676" y="18165"/>
                  <a:pt x="5647" y="18221"/>
                </a:cubicBezTo>
                <a:cubicBezTo>
                  <a:pt x="5634" y="18276"/>
                  <a:pt x="5647" y="18328"/>
                  <a:pt x="5663" y="18384"/>
                </a:cubicBezTo>
                <a:cubicBezTo>
                  <a:pt x="5500" y="19269"/>
                  <a:pt x="4723" y="19935"/>
                  <a:pt x="3799" y="19935"/>
                </a:cubicBezTo>
                <a:cubicBezTo>
                  <a:pt x="3622" y="19935"/>
                  <a:pt x="3443" y="19909"/>
                  <a:pt x="3266" y="19867"/>
                </a:cubicBezTo>
                <a:cubicBezTo>
                  <a:pt x="3240" y="19854"/>
                  <a:pt x="3214" y="19854"/>
                  <a:pt x="3185" y="19854"/>
                </a:cubicBezTo>
                <a:cubicBezTo>
                  <a:pt x="2858" y="19690"/>
                  <a:pt x="2600" y="19377"/>
                  <a:pt x="2545" y="18982"/>
                </a:cubicBezTo>
                <a:cubicBezTo>
                  <a:pt x="2521" y="18845"/>
                  <a:pt x="2395" y="18733"/>
                  <a:pt x="2259" y="18733"/>
                </a:cubicBezTo>
                <a:cubicBezTo>
                  <a:pt x="2246" y="18733"/>
                  <a:pt x="2232" y="18734"/>
                  <a:pt x="2218" y="18737"/>
                </a:cubicBezTo>
                <a:cubicBezTo>
                  <a:pt x="2055" y="18766"/>
                  <a:pt x="1947" y="18913"/>
                  <a:pt x="1960" y="19076"/>
                </a:cubicBezTo>
                <a:cubicBezTo>
                  <a:pt x="2042" y="19648"/>
                  <a:pt x="2411" y="20112"/>
                  <a:pt x="2901" y="20356"/>
                </a:cubicBezTo>
                <a:lnTo>
                  <a:pt x="2901" y="20791"/>
                </a:lnTo>
                <a:cubicBezTo>
                  <a:pt x="2901" y="21379"/>
                  <a:pt x="2424" y="21852"/>
                  <a:pt x="1839" y="21852"/>
                </a:cubicBezTo>
                <a:cubicBezTo>
                  <a:pt x="1255" y="21852"/>
                  <a:pt x="778" y="21379"/>
                  <a:pt x="778" y="20791"/>
                </a:cubicBezTo>
                <a:lnTo>
                  <a:pt x="778" y="17567"/>
                </a:lnTo>
                <a:cubicBezTo>
                  <a:pt x="1075" y="17839"/>
                  <a:pt x="1483" y="18002"/>
                  <a:pt x="1921" y="18002"/>
                </a:cubicBezTo>
                <a:cubicBezTo>
                  <a:pt x="2260" y="18002"/>
                  <a:pt x="2574" y="17907"/>
                  <a:pt x="2845" y="17744"/>
                </a:cubicBezTo>
                <a:cubicBezTo>
                  <a:pt x="2974" y="17690"/>
                  <a:pt x="3110" y="17663"/>
                  <a:pt x="3248" y="17663"/>
                </a:cubicBezTo>
                <a:cubicBezTo>
                  <a:pt x="3386" y="17663"/>
                  <a:pt x="3526" y="17690"/>
                  <a:pt x="3661" y="17744"/>
                </a:cubicBezTo>
                <a:cubicBezTo>
                  <a:pt x="3949" y="17852"/>
                  <a:pt x="4164" y="18070"/>
                  <a:pt x="4288" y="18341"/>
                </a:cubicBezTo>
                <a:cubicBezTo>
                  <a:pt x="4328" y="18452"/>
                  <a:pt x="4439" y="18521"/>
                  <a:pt x="4560" y="18521"/>
                </a:cubicBezTo>
                <a:cubicBezTo>
                  <a:pt x="4586" y="18521"/>
                  <a:pt x="4628" y="18505"/>
                  <a:pt x="4667" y="18492"/>
                </a:cubicBezTo>
                <a:cubicBezTo>
                  <a:pt x="4818" y="18423"/>
                  <a:pt x="4886" y="18260"/>
                  <a:pt x="4818" y="18113"/>
                </a:cubicBezTo>
                <a:cubicBezTo>
                  <a:pt x="4641" y="17688"/>
                  <a:pt x="4302" y="17362"/>
                  <a:pt x="3880" y="17198"/>
                </a:cubicBezTo>
                <a:cubicBezTo>
                  <a:pt x="3743" y="17133"/>
                  <a:pt x="3593" y="17104"/>
                  <a:pt x="3443" y="17091"/>
                </a:cubicBezTo>
                <a:cubicBezTo>
                  <a:pt x="3580" y="16846"/>
                  <a:pt x="3648" y="16562"/>
                  <a:pt x="3648" y="16274"/>
                </a:cubicBezTo>
                <a:lnTo>
                  <a:pt x="3648" y="15036"/>
                </a:lnTo>
                <a:cubicBezTo>
                  <a:pt x="3648" y="14873"/>
                  <a:pt x="3511" y="14736"/>
                  <a:pt x="3348" y="14736"/>
                </a:cubicBezTo>
                <a:cubicBezTo>
                  <a:pt x="3185" y="14736"/>
                  <a:pt x="3064" y="14873"/>
                  <a:pt x="3064" y="15036"/>
                </a:cubicBezTo>
                <a:lnTo>
                  <a:pt x="3064" y="16274"/>
                </a:lnTo>
                <a:cubicBezTo>
                  <a:pt x="3064" y="16656"/>
                  <a:pt x="2858" y="17009"/>
                  <a:pt x="2574" y="17215"/>
                </a:cubicBezTo>
                <a:lnTo>
                  <a:pt x="2561" y="17215"/>
                </a:lnTo>
                <a:cubicBezTo>
                  <a:pt x="2531" y="17228"/>
                  <a:pt x="2505" y="17241"/>
                  <a:pt x="2479" y="17267"/>
                </a:cubicBezTo>
                <a:cubicBezTo>
                  <a:pt x="2316" y="17362"/>
                  <a:pt x="2123" y="17417"/>
                  <a:pt x="1921" y="17417"/>
                </a:cubicBezTo>
                <a:cubicBezTo>
                  <a:pt x="1281" y="17417"/>
                  <a:pt x="778" y="16901"/>
                  <a:pt x="778" y="16274"/>
                </a:cubicBezTo>
                <a:lnTo>
                  <a:pt x="778" y="15595"/>
                </a:lnTo>
                <a:cubicBezTo>
                  <a:pt x="1049" y="15784"/>
                  <a:pt x="1388" y="15892"/>
                  <a:pt x="1757" y="15892"/>
                </a:cubicBezTo>
                <a:cubicBezTo>
                  <a:pt x="1908" y="15892"/>
                  <a:pt x="2042" y="15771"/>
                  <a:pt x="2042" y="15608"/>
                </a:cubicBezTo>
                <a:cubicBezTo>
                  <a:pt x="2042" y="15445"/>
                  <a:pt x="1908" y="15307"/>
                  <a:pt x="1757" y="15307"/>
                </a:cubicBezTo>
                <a:cubicBezTo>
                  <a:pt x="1104" y="15307"/>
                  <a:pt x="585" y="14791"/>
                  <a:pt x="585" y="14138"/>
                </a:cubicBezTo>
                <a:cubicBezTo>
                  <a:pt x="585" y="13498"/>
                  <a:pt x="1104" y="12969"/>
                  <a:pt x="1757" y="12969"/>
                </a:cubicBezTo>
                <a:lnTo>
                  <a:pt x="1921" y="12969"/>
                </a:lnTo>
                <a:cubicBezTo>
                  <a:pt x="2871" y="12969"/>
                  <a:pt x="3648" y="12192"/>
                  <a:pt x="3648" y="11238"/>
                </a:cubicBezTo>
                <a:lnTo>
                  <a:pt x="3648" y="10340"/>
                </a:lnTo>
                <a:cubicBezTo>
                  <a:pt x="4831" y="10206"/>
                  <a:pt x="5758" y="9197"/>
                  <a:pt x="5758" y="7989"/>
                </a:cubicBezTo>
                <a:cubicBezTo>
                  <a:pt x="5758" y="6682"/>
                  <a:pt x="4710" y="5634"/>
                  <a:pt x="3417" y="5621"/>
                </a:cubicBezTo>
                <a:cubicBezTo>
                  <a:pt x="3159" y="5089"/>
                  <a:pt x="2613" y="4707"/>
                  <a:pt x="1973" y="4707"/>
                </a:cubicBezTo>
                <a:cubicBezTo>
                  <a:pt x="1810" y="4707"/>
                  <a:pt x="1689" y="4844"/>
                  <a:pt x="1689" y="5007"/>
                </a:cubicBezTo>
                <a:cubicBezTo>
                  <a:pt x="1689" y="5170"/>
                  <a:pt x="1810" y="5308"/>
                  <a:pt x="1973" y="5308"/>
                </a:cubicBezTo>
                <a:cubicBezTo>
                  <a:pt x="2531" y="5308"/>
                  <a:pt x="2982" y="5755"/>
                  <a:pt x="2982" y="6313"/>
                </a:cubicBezTo>
                <a:cubicBezTo>
                  <a:pt x="2982" y="6872"/>
                  <a:pt x="2531" y="7319"/>
                  <a:pt x="1973" y="7319"/>
                </a:cubicBezTo>
                <a:cubicBezTo>
                  <a:pt x="1810" y="7319"/>
                  <a:pt x="1689" y="7456"/>
                  <a:pt x="1689" y="7620"/>
                </a:cubicBezTo>
                <a:cubicBezTo>
                  <a:pt x="1689" y="7783"/>
                  <a:pt x="1810" y="7907"/>
                  <a:pt x="1973" y="7907"/>
                </a:cubicBezTo>
                <a:cubicBezTo>
                  <a:pt x="2858" y="7907"/>
                  <a:pt x="3580" y="7198"/>
                  <a:pt x="3580" y="6313"/>
                </a:cubicBezTo>
                <a:cubicBezTo>
                  <a:pt x="3580" y="6274"/>
                  <a:pt x="3567" y="6245"/>
                  <a:pt x="3567" y="6219"/>
                </a:cubicBezTo>
                <a:lnTo>
                  <a:pt x="3567" y="6219"/>
                </a:lnTo>
                <a:cubicBezTo>
                  <a:pt x="4465" y="6300"/>
                  <a:pt x="5174" y="7061"/>
                  <a:pt x="5174" y="7989"/>
                </a:cubicBezTo>
                <a:cubicBezTo>
                  <a:pt x="5174" y="8844"/>
                  <a:pt x="4560" y="9566"/>
                  <a:pt x="3730" y="9729"/>
                </a:cubicBezTo>
                <a:lnTo>
                  <a:pt x="3635" y="9729"/>
                </a:lnTo>
                <a:cubicBezTo>
                  <a:pt x="3551" y="9748"/>
                  <a:pt x="3467" y="9757"/>
                  <a:pt x="3384" y="9757"/>
                </a:cubicBezTo>
                <a:cubicBezTo>
                  <a:pt x="2860" y="9757"/>
                  <a:pt x="2379" y="9399"/>
                  <a:pt x="2260" y="8858"/>
                </a:cubicBezTo>
                <a:cubicBezTo>
                  <a:pt x="2238" y="8721"/>
                  <a:pt x="2120" y="8632"/>
                  <a:pt x="1986" y="8632"/>
                </a:cubicBezTo>
                <a:cubicBezTo>
                  <a:pt x="1960" y="8632"/>
                  <a:pt x="1934" y="8635"/>
                  <a:pt x="1908" y="8642"/>
                </a:cubicBezTo>
                <a:cubicBezTo>
                  <a:pt x="1757" y="8668"/>
                  <a:pt x="1646" y="8831"/>
                  <a:pt x="1689" y="8982"/>
                </a:cubicBezTo>
                <a:cubicBezTo>
                  <a:pt x="1839" y="9687"/>
                  <a:pt x="2398" y="10193"/>
                  <a:pt x="3064" y="10314"/>
                </a:cubicBezTo>
                <a:lnTo>
                  <a:pt x="3064" y="11238"/>
                </a:lnTo>
                <a:cubicBezTo>
                  <a:pt x="3064" y="11865"/>
                  <a:pt x="2545" y="12381"/>
                  <a:pt x="1921" y="12381"/>
                </a:cubicBezTo>
                <a:cubicBezTo>
                  <a:pt x="1281" y="12381"/>
                  <a:pt x="778" y="11865"/>
                  <a:pt x="778" y="11238"/>
                </a:cubicBezTo>
                <a:lnTo>
                  <a:pt x="778" y="1647"/>
                </a:lnTo>
                <a:cubicBezTo>
                  <a:pt x="778" y="1062"/>
                  <a:pt x="1255" y="585"/>
                  <a:pt x="1839" y="585"/>
                </a:cubicBezTo>
                <a:close/>
                <a:moveTo>
                  <a:pt x="1839" y="1"/>
                </a:moveTo>
                <a:cubicBezTo>
                  <a:pt x="928" y="1"/>
                  <a:pt x="193" y="735"/>
                  <a:pt x="193" y="1647"/>
                </a:cubicBezTo>
                <a:lnTo>
                  <a:pt x="193" y="11238"/>
                </a:lnTo>
                <a:cubicBezTo>
                  <a:pt x="193" y="11797"/>
                  <a:pt x="451" y="12300"/>
                  <a:pt x="872" y="12626"/>
                </a:cubicBezTo>
                <a:cubicBezTo>
                  <a:pt x="356" y="12927"/>
                  <a:pt x="0" y="13498"/>
                  <a:pt x="0" y="14138"/>
                </a:cubicBezTo>
                <a:cubicBezTo>
                  <a:pt x="0" y="14422"/>
                  <a:pt x="69" y="14697"/>
                  <a:pt x="193" y="14942"/>
                </a:cubicBezTo>
                <a:lnTo>
                  <a:pt x="193" y="14968"/>
                </a:lnTo>
                <a:lnTo>
                  <a:pt x="193" y="20791"/>
                </a:lnTo>
                <a:cubicBezTo>
                  <a:pt x="193" y="21705"/>
                  <a:pt x="928" y="22440"/>
                  <a:pt x="1839" y="22440"/>
                </a:cubicBezTo>
                <a:cubicBezTo>
                  <a:pt x="2750" y="22440"/>
                  <a:pt x="3485" y="21705"/>
                  <a:pt x="3485" y="20791"/>
                </a:cubicBezTo>
                <a:lnTo>
                  <a:pt x="3485" y="20533"/>
                </a:lnTo>
                <a:cubicBezTo>
                  <a:pt x="3541" y="20546"/>
                  <a:pt x="3606" y="20546"/>
                  <a:pt x="3661" y="20546"/>
                </a:cubicBezTo>
                <a:cubicBezTo>
                  <a:pt x="3743" y="20546"/>
                  <a:pt x="3825" y="20533"/>
                  <a:pt x="3906" y="20533"/>
                </a:cubicBezTo>
                <a:cubicBezTo>
                  <a:pt x="3933" y="20520"/>
                  <a:pt x="3949" y="20520"/>
                  <a:pt x="3962" y="20520"/>
                </a:cubicBezTo>
                <a:cubicBezTo>
                  <a:pt x="5226" y="20438"/>
                  <a:pt x="6235" y="19390"/>
                  <a:pt x="6274" y="18113"/>
                </a:cubicBezTo>
                <a:cubicBezTo>
                  <a:pt x="7580" y="17607"/>
                  <a:pt x="8452" y="16369"/>
                  <a:pt x="8452" y="14955"/>
                </a:cubicBezTo>
                <a:cubicBezTo>
                  <a:pt x="8452" y="14791"/>
                  <a:pt x="8439" y="14628"/>
                  <a:pt x="8410" y="14465"/>
                </a:cubicBezTo>
                <a:cubicBezTo>
                  <a:pt x="8384" y="14151"/>
                  <a:pt x="8302" y="13851"/>
                  <a:pt x="8165" y="13593"/>
                </a:cubicBezTo>
                <a:cubicBezTo>
                  <a:pt x="8831" y="12953"/>
                  <a:pt x="9200" y="12084"/>
                  <a:pt x="9200" y="11157"/>
                </a:cubicBezTo>
                <a:cubicBezTo>
                  <a:pt x="9200" y="10846"/>
                  <a:pt x="9158" y="10546"/>
                  <a:pt x="9076" y="10259"/>
                </a:cubicBezTo>
                <a:cubicBezTo>
                  <a:pt x="9024" y="9961"/>
                  <a:pt x="8913" y="9687"/>
                  <a:pt x="8750" y="9458"/>
                </a:cubicBezTo>
                <a:cubicBezTo>
                  <a:pt x="8642" y="9279"/>
                  <a:pt x="8521" y="9116"/>
                  <a:pt x="8384" y="8952"/>
                </a:cubicBezTo>
                <a:cubicBezTo>
                  <a:pt x="8766" y="8342"/>
                  <a:pt x="8942" y="7633"/>
                  <a:pt x="8900" y="6911"/>
                </a:cubicBezTo>
                <a:cubicBezTo>
                  <a:pt x="8831" y="6111"/>
                  <a:pt x="8492" y="5334"/>
                  <a:pt x="7920" y="4762"/>
                </a:cubicBezTo>
                <a:cubicBezTo>
                  <a:pt x="7580" y="4423"/>
                  <a:pt x="7159" y="4165"/>
                  <a:pt x="6725" y="3988"/>
                </a:cubicBezTo>
                <a:cubicBezTo>
                  <a:pt x="6708" y="3782"/>
                  <a:pt x="6682" y="3580"/>
                  <a:pt x="6614" y="3374"/>
                </a:cubicBezTo>
                <a:cubicBezTo>
                  <a:pt x="6562" y="3142"/>
                  <a:pt x="6450" y="2910"/>
                  <a:pt x="6300" y="2708"/>
                </a:cubicBezTo>
                <a:cubicBezTo>
                  <a:pt x="6219" y="2571"/>
                  <a:pt x="6111" y="2437"/>
                  <a:pt x="5990" y="2326"/>
                </a:cubicBezTo>
                <a:cubicBezTo>
                  <a:pt x="5521" y="1847"/>
                  <a:pt x="4883" y="1600"/>
                  <a:pt x="4238" y="1600"/>
                </a:cubicBezTo>
                <a:cubicBezTo>
                  <a:pt x="3985" y="1600"/>
                  <a:pt x="3731" y="1638"/>
                  <a:pt x="3485" y="1715"/>
                </a:cubicBezTo>
                <a:lnTo>
                  <a:pt x="3485" y="1647"/>
                </a:lnTo>
                <a:cubicBezTo>
                  <a:pt x="3485" y="735"/>
                  <a:pt x="2750" y="1"/>
                  <a:pt x="18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5"/>
          <p:cNvSpPr/>
          <p:nvPr/>
        </p:nvSpPr>
        <p:spPr>
          <a:xfrm flipH="1" rot="-7199981">
            <a:off x="7177282" y="1706060"/>
            <a:ext cx="2322738" cy="5659561"/>
          </a:xfrm>
          <a:custGeom>
            <a:rect b="b" l="l" r="r" t="t"/>
            <a:pathLst>
              <a:path extrusionOk="0" h="22441" w="9210">
                <a:moveTo>
                  <a:pt x="7361" y="585"/>
                </a:moveTo>
                <a:cubicBezTo>
                  <a:pt x="7946" y="585"/>
                  <a:pt x="8423" y="1062"/>
                  <a:pt x="8423" y="1647"/>
                </a:cubicBezTo>
                <a:lnTo>
                  <a:pt x="8423" y="11238"/>
                </a:lnTo>
                <a:cubicBezTo>
                  <a:pt x="8423" y="11865"/>
                  <a:pt x="7920" y="12381"/>
                  <a:pt x="7280" y="12381"/>
                </a:cubicBezTo>
                <a:cubicBezTo>
                  <a:pt x="6653" y="12381"/>
                  <a:pt x="6137" y="11865"/>
                  <a:pt x="6137" y="11238"/>
                </a:cubicBezTo>
                <a:lnTo>
                  <a:pt x="6137" y="10314"/>
                </a:lnTo>
                <a:cubicBezTo>
                  <a:pt x="6803" y="10193"/>
                  <a:pt x="7361" y="9687"/>
                  <a:pt x="7511" y="8982"/>
                </a:cubicBezTo>
                <a:cubicBezTo>
                  <a:pt x="7551" y="8831"/>
                  <a:pt x="7443" y="8668"/>
                  <a:pt x="7293" y="8642"/>
                </a:cubicBezTo>
                <a:cubicBezTo>
                  <a:pt x="7266" y="8635"/>
                  <a:pt x="7240" y="8632"/>
                  <a:pt x="7215" y="8632"/>
                </a:cubicBezTo>
                <a:cubicBezTo>
                  <a:pt x="7084" y="8632"/>
                  <a:pt x="6973" y="8721"/>
                  <a:pt x="6940" y="8858"/>
                </a:cubicBezTo>
                <a:cubicBezTo>
                  <a:pt x="6822" y="9399"/>
                  <a:pt x="6348" y="9757"/>
                  <a:pt x="5820" y="9757"/>
                </a:cubicBezTo>
                <a:cubicBezTo>
                  <a:pt x="5736" y="9757"/>
                  <a:pt x="5650" y="9748"/>
                  <a:pt x="5565" y="9729"/>
                </a:cubicBezTo>
                <a:lnTo>
                  <a:pt x="5470" y="9729"/>
                </a:lnTo>
                <a:cubicBezTo>
                  <a:pt x="4654" y="9566"/>
                  <a:pt x="4027" y="8844"/>
                  <a:pt x="4027" y="7989"/>
                </a:cubicBezTo>
                <a:cubicBezTo>
                  <a:pt x="4027" y="7061"/>
                  <a:pt x="4735" y="6300"/>
                  <a:pt x="5634" y="6219"/>
                </a:cubicBezTo>
                <a:lnTo>
                  <a:pt x="5634" y="6313"/>
                </a:lnTo>
                <a:cubicBezTo>
                  <a:pt x="5634" y="7198"/>
                  <a:pt x="6339" y="7907"/>
                  <a:pt x="7224" y="7907"/>
                </a:cubicBezTo>
                <a:cubicBezTo>
                  <a:pt x="7387" y="7907"/>
                  <a:pt x="7524" y="7783"/>
                  <a:pt x="7524" y="7620"/>
                </a:cubicBezTo>
                <a:cubicBezTo>
                  <a:pt x="7524" y="7456"/>
                  <a:pt x="7387" y="7319"/>
                  <a:pt x="7224" y="7319"/>
                </a:cubicBezTo>
                <a:cubicBezTo>
                  <a:pt x="6666" y="7319"/>
                  <a:pt x="6218" y="6872"/>
                  <a:pt x="6218" y="6313"/>
                </a:cubicBezTo>
                <a:cubicBezTo>
                  <a:pt x="6218" y="5755"/>
                  <a:pt x="6666" y="5308"/>
                  <a:pt x="7224" y="5308"/>
                </a:cubicBezTo>
                <a:cubicBezTo>
                  <a:pt x="7387" y="5308"/>
                  <a:pt x="7524" y="5170"/>
                  <a:pt x="7524" y="5007"/>
                </a:cubicBezTo>
                <a:cubicBezTo>
                  <a:pt x="7524" y="4844"/>
                  <a:pt x="7387" y="4707"/>
                  <a:pt x="7224" y="4707"/>
                </a:cubicBezTo>
                <a:cubicBezTo>
                  <a:pt x="6597" y="4707"/>
                  <a:pt x="6042" y="5089"/>
                  <a:pt x="5781" y="5621"/>
                </a:cubicBezTo>
                <a:cubicBezTo>
                  <a:pt x="4491" y="5634"/>
                  <a:pt x="3442" y="6682"/>
                  <a:pt x="3442" y="7989"/>
                </a:cubicBezTo>
                <a:cubicBezTo>
                  <a:pt x="3442" y="9197"/>
                  <a:pt x="4366" y="10206"/>
                  <a:pt x="5552" y="10340"/>
                </a:cubicBezTo>
                <a:lnTo>
                  <a:pt x="5552" y="11238"/>
                </a:lnTo>
                <a:cubicBezTo>
                  <a:pt x="5552" y="12192"/>
                  <a:pt x="6326" y="12969"/>
                  <a:pt x="7280" y="12969"/>
                </a:cubicBezTo>
                <a:lnTo>
                  <a:pt x="7456" y="12969"/>
                </a:lnTo>
                <a:cubicBezTo>
                  <a:pt x="8096" y="12969"/>
                  <a:pt x="8612" y="13498"/>
                  <a:pt x="8612" y="14138"/>
                </a:cubicBezTo>
                <a:cubicBezTo>
                  <a:pt x="8612" y="14791"/>
                  <a:pt x="8096" y="15307"/>
                  <a:pt x="7456" y="15307"/>
                </a:cubicBezTo>
                <a:cubicBezTo>
                  <a:pt x="7293" y="15307"/>
                  <a:pt x="7155" y="15445"/>
                  <a:pt x="7155" y="15608"/>
                </a:cubicBezTo>
                <a:cubicBezTo>
                  <a:pt x="7155" y="15771"/>
                  <a:pt x="7293" y="15892"/>
                  <a:pt x="7456" y="15892"/>
                </a:cubicBezTo>
                <a:cubicBezTo>
                  <a:pt x="7809" y="15892"/>
                  <a:pt x="8148" y="15784"/>
                  <a:pt x="8423" y="15595"/>
                </a:cubicBezTo>
                <a:lnTo>
                  <a:pt x="8423" y="16274"/>
                </a:lnTo>
                <a:cubicBezTo>
                  <a:pt x="8423" y="16901"/>
                  <a:pt x="7920" y="17417"/>
                  <a:pt x="7280" y="17417"/>
                </a:cubicBezTo>
                <a:cubicBezTo>
                  <a:pt x="7074" y="17417"/>
                  <a:pt x="6884" y="17362"/>
                  <a:pt x="6721" y="17267"/>
                </a:cubicBezTo>
                <a:cubicBezTo>
                  <a:pt x="6695" y="17241"/>
                  <a:pt x="6666" y="17228"/>
                  <a:pt x="6639" y="17215"/>
                </a:cubicBezTo>
                <a:cubicBezTo>
                  <a:pt x="6339" y="17009"/>
                  <a:pt x="6137" y="16656"/>
                  <a:pt x="6137" y="16274"/>
                </a:cubicBezTo>
                <a:lnTo>
                  <a:pt x="6137" y="15036"/>
                </a:lnTo>
                <a:cubicBezTo>
                  <a:pt x="6137" y="14873"/>
                  <a:pt x="6012" y="14736"/>
                  <a:pt x="5849" y="14736"/>
                </a:cubicBezTo>
                <a:cubicBezTo>
                  <a:pt x="5686" y="14736"/>
                  <a:pt x="5552" y="14873"/>
                  <a:pt x="5552" y="15036"/>
                </a:cubicBezTo>
                <a:lnTo>
                  <a:pt x="5552" y="16274"/>
                </a:lnTo>
                <a:cubicBezTo>
                  <a:pt x="5552" y="16562"/>
                  <a:pt x="5634" y="16846"/>
                  <a:pt x="5754" y="17091"/>
                </a:cubicBezTo>
                <a:cubicBezTo>
                  <a:pt x="5604" y="17104"/>
                  <a:pt x="5470" y="17133"/>
                  <a:pt x="5320" y="17198"/>
                </a:cubicBezTo>
                <a:cubicBezTo>
                  <a:pt x="4899" y="17362"/>
                  <a:pt x="4556" y="17688"/>
                  <a:pt x="4379" y="18113"/>
                </a:cubicBezTo>
                <a:cubicBezTo>
                  <a:pt x="4311" y="18260"/>
                  <a:pt x="4379" y="18423"/>
                  <a:pt x="4530" y="18492"/>
                </a:cubicBezTo>
                <a:cubicBezTo>
                  <a:pt x="4572" y="18505"/>
                  <a:pt x="4611" y="18521"/>
                  <a:pt x="4654" y="18521"/>
                </a:cubicBezTo>
                <a:cubicBezTo>
                  <a:pt x="4762" y="18521"/>
                  <a:pt x="4869" y="18452"/>
                  <a:pt x="4912" y="18341"/>
                </a:cubicBezTo>
                <a:cubicBezTo>
                  <a:pt x="5033" y="18070"/>
                  <a:pt x="5265" y="17852"/>
                  <a:pt x="5536" y="17744"/>
                </a:cubicBezTo>
                <a:cubicBezTo>
                  <a:pt x="5673" y="17690"/>
                  <a:pt x="5812" y="17663"/>
                  <a:pt x="5952" y="17663"/>
                </a:cubicBezTo>
                <a:cubicBezTo>
                  <a:pt x="6092" y="17663"/>
                  <a:pt x="6231" y="17690"/>
                  <a:pt x="6368" y="17744"/>
                </a:cubicBezTo>
                <a:cubicBezTo>
                  <a:pt x="6626" y="17907"/>
                  <a:pt x="6953" y="18002"/>
                  <a:pt x="7280" y="18002"/>
                </a:cubicBezTo>
                <a:cubicBezTo>
                  <a:pt x="7727" y="18002"/>
                  <a:pt x="8122" y="17839"/>
                  <a:pt x="8423" y="17567"/>
                </a:cubicBezTo>
                <a:lnTo>
                  <a:pt x="8423" y="20791"/>
                </a:lnTo>
                <a:cubicBezTo>
                  <a:pt x="8423" y="21379"/>
                  <a:pt x="7946" y="21852"/>
                  <a:pt x="7361" y="21852"/>
                </a:cubicBezTo>
                <a:cubicBezTo>
                  <a:pt x="6777" y="21852"/>
                  <a:pt x="6300" y="21379"/>
                  <a:pt x="6300" y="20791"/>
                </a:cubicBezTo>
                <a:lnTo>
                  <a:pt x="6300" y="20356"/>
                </a:lnTo>
                <a:cubicBezTo>
                  <a:pt x="6790" y="20112"/>
                  <a:pt x="7155" y="19648"/>
                  <a:pt x="7237" y="19076"/>
                </a:cubicBezTo>
                <a:cubicBezTo>
                  <a:pt x="7266" y="18913"/>
                  <a:pt x="7142" y="18766"/>
                  <a:pt x="6992" y="18737"/>
                </a:cubicBezTo>
                <a:cubicBezTo>
                  <a:pt x="6977" y="18734"/>
                  <a:pt x="6962" y="18733"/>
                  <a:pt x="6947" y="18733"/>
                </a:cubicBezTo>
                <a:cubicBezTo>
                  <a:pt x="6802" y="18733"/>
                  <a:pt x="6676" y="18845"/>
                  <a:pt x="6653" y="18982"/>
                </a:cubicBezTo>
                <a:cubicBezTo>
                  <a:pt x="6597" y="19377"/>
                  <a:pt x="6352" y="19690"/>
                  <a:pt x="6012" y="19854"/>
                </a:cubicBezTo>
                <a:cubicBezTo>
                  <a:pt x="5986" y="19854"/>
                  <a:pt x="5960" y="19854"/>
                  <a:pt x="5931" y="19867"/>
                </a:cubicBezTo>
                <a:cubicBezTo>
                  <a:pt x="5754" y="19909"/>
                  <a:pt x="5578" y="19935"/>
                  <a:pt x="5402" y="19935"/>
                </a:cubicBezTo>
                <a:cubicBezTo>
                  <a:pt x="4474" y="19935"/>
                  <a:pt x="3700" y="19269"/>
                  <a:pt x="3537" y="18384"/>
                </a:cubicBezTo>
                <a:cubicBezTo>
                  <a:pt x="3563" y="18328"/>
                  <a:pt x="3563" y="18276"/>
                  <a:pt x="3550" y="18221"/>
                </a:cubicBezTo>
                <a:cubicBezTo>
                  <a:pt x="3537" y="18165"/>
                  <a:pt x="3524" y="18113"/>
                  <a:pt x="3511" y="18044"/>
                </a:cubicBezTo>
                <a:lnTo>
                  <a:pt x="3511" y="17920"/>
                </a:lnTo>
                <a:cubicBezTo>
                  <a:pt x="3524" y="17881"/>
                  <a:pt x="3511" y="17839"/>
                  <a:pt x="3494" y="17799"/>
                </a:cubicBezTo>
                <a:cubicBezTo>
                  <a:pt x="3511" y="17104"/>
                  <a:pt x="3971" y="16464"/>
                  <a:pt x="4680" y="16287"/>
                </a:cubicBezTo>
                <a:cubicBezTo>
                  <a:pt x="4843" y="16248"/>
                  <a:pt x="4938" y="16085"/>
                  <a:pt x="4899" y="15935"/>
                </a:cubicBezTo>
                <a:cubicBezTo>
                  <a:pt x="4863" y="15796"/>
                  <a:pt x="4740" y="15707"/>
                  <a:pt x="4604" y="15707"/>
                </a:cubicBezTo>
                <a:cubicBezTo>
                  <a:pt x="4579" y="15707"/>
                  <a:pt x="4555" y="15710"/>
                  <a:pt x="4530" y="15716"/>
                </a:cubicBezTo>
                <a:cubicBezTo>
                  <a:pt x="3674" y="15948"/>
                  <a:pt x="3073" y="16656"/>
                  <a:pt x="2939" y="17473"/>
                </a:cubicBezTo>
                <a:cubicBezTo>
                  <a:pt x="1973" y="17022"/>
                  <a:pt x="1346" y="16055"/>
                  <a:pt x="1346" y="14955"/>
                </a:cubicBezTo>
                <a:lnTo>
                  <a:pt x="1346" y="14749"/>
                </a:lnTo>
                <a:cubicBezTo>
                  <a:pt x="1372" y="14710"/>
                  <a:pt x="1372" y="14667"/>
                  <a:pt x="1372" y="14628"/>
                </a:cubicBezTo>
                <a:lnTo>
                  <a:pt x="1372" y="14520"/>
                </a:lnTo>
                <a:cubicBezTo>
                  <a:pt x="1414" y="14275"/>
                  <a:pt x="1483" y="14031"/>
                  <a:pt x="1590" y="13799"/>
                </a:cubicBezTo>
                <a:cubicBezTo>
                  <a:pt x="1862" y="13335"/>
                  <a:pt x="2368" y="13021"/>
                  <a:pt x="2939" y="13008"/>
                </a:cubicBezTo>
                <a:cubicBezTo>
                  <a:pt x="3103" y="13008"/>
                  <a:pt x="3223" y="12871"/>
                  <a:pt x="3223" y="12724"/>
                </a:cubicBezTo>
                <a:cubicBezTo>
                  <a:pt x="3223" y="12561"/>
                  <a:pt x="3086" y="12424"/>
                  <a:pt x="2923" y="12424"/>
                </a:cubicBezTo>
                <a:cubicBezTo>
                  <a:pt x="2325" y="12437"/>
                  <a:pt x="1767" y="12695"/>
                  <a:pt x="1388" y="13103"/>
                </a:cubicBezTo>
                <a:cubicBezTo>
                  <a:pt x="869" y="12587"/>
                  <a:pt x="585" y="11891"/>
                  <a:pt x="585" y="11157"/>
                </a:cubicBezTo>
                <a:cubicBezTo>
                  <a:pt x="585" y="10967"/>
                  <a:pt x="611" y="10778"/>
                  <a:pt x="637" y="10601"/>
                </a:cubicBezTo>
                <a:cubicBezTo>
                  <a:pt x="666" y="10559"/>
                  <a:pt x="666" y="10533"/>
                  <a:pt x="679" y="10490"/>
                </a:cubicBezTo>
                <a:cubicBezTo>
                  <a:pt x="679" y="10464"/>
                  <a:pt x="679" y="10438"/>
                  <a:pt x="692" y="10409"/>
                </a:cubicBezTo>
                <a:cubicBezTo>
                  <a:pt x="748" y="10177"/>
                  <a:pt x="843" y="9961"/>
                  <a:pt x="950" y="9756"/>
                </a:cubicBezTo>
                <a:cubicBezTo>
                  <a:pt x="1243" y="9354"/>
                  <a:pt x="1734" y="9092"/>
                  <a:pt x="2254" y="9092"/>
                </a:cubicBezTo>
                <a:cubicBezTo>
                  <a:pt x="2313" y="9092"/>
                  <a:pt x="2373" y="9095"/>
                  <a:pt x="2433" y="9102"/>
                </a:cubicBezTo>
                <a:cubicBezTo>
                  <a:pt x="2442" y="9103"/>
                  <a:pt x="2451" y="9104"/>
                  <a:pt x="2460" y="9104"/>
                </a:cubicBezTo>
                <a:cubicBezTo>
                  <a:pt x="2612" y="9104"/>
                  <a:pt x="2747" y="8999"/>
                  <a:pt x="2760" y="8844"/>
                </a:cubicBezTo>
                <a:cubicBezTo>
                  <a:pt x="2789" y="8681"/>
                  <a:pt x="2665" y="8544"/>
                  <a:pt x="2515" y="8518"/>
                </a:cubicBezTo>
                <a:cubicBezTo>
                  <a:pt x="2434" y="8510"/>
                  <a:pt x="2355" y="8507"/>
                  <a:pt x="2276" y="8507"/>
                </a:cubicBezTo>
                <a:cubicBezTo>
                  <a:pt x="1944" y="8507"/>
                  <a:pt x="1631" y="8573"/>
                  <a:pt x="1346" y="8694"/>
                </a:cubicBezTo>
                <a:cubicBezTo>
                  <a:pt x="624" y="7607"/>
                  <a:pt x="761" y="6124"/>
                  <a:pt x="1698" y="5183"/>
                </a:cubicBezTo>
                <a:cubicBezTo>
                  <a:pt x="1960" y="4925"/>
                  <a:pt x="2270" y="4723"/>
                  <a:pt x="2596" y="4586"/>
                </a:cubicBezTo>
                <a:cubicBezTo>
                  <a:pt x="2720" y="4968"/>
                  <a:pt x="2952" y="5321"/>
                  <a:pt x="3266" y="5592"/>
                </a:cubicBezTo>
                <a:cubicBezTo>
                  <a:pt x="3318" y="5634"/>
                  <a:pt x="3387" y="5660"/>
                  <a:pt x="3455" y="5660"/>
                </a:cubicBezTo>
                <a:cubicBezTo>
                  <a:pt x="3537" y="5660"/>
                  <a:pt x="3619" y="5621"/>
                  <a:pt x="3674" y="5553"/>
                </a:cubicBezTo>
                <a:cubicBezTo>
                  <a:pt x="3782" y="5428"/>
                  <a:pt x="3769" y="5252"/>
                  <a:pt x="3645" y="5144"/>
                </a:cubicBezTo>
                <a:cubicBezTo>
                  <a:pt x="3155" y="4723"/>
                  <a:pt x="2992" y="4070"/>
                  <a:pt x="3168" y="3482"/>
                </a:cubicBezTo>
                <a:cubicBezTo>
                  <a:pt x="3210" y="3335"/>
                  <a:pt x="3279" y="3198"/>
                  <a:pt x="3374" y="3061"/>
                </a:cubicBezTo>
                <a:cubicBezTo>
                  <a:pt x="3400" y="3008"/>
                  <a:pt x="3442" y="2953"/>
                  <a:pt x="3481" y="2910"/>
                </a:cubicBezTo>
                <a:cubicBezTo>
                  <a:pt x="3494" y="2884"/>
                  <a:pt x="3511" y="2871"/>
                  <a:pt x="3524" y="2858"/>
                </a:cubicBezTo>
                <a:cubicBezTo>
                  <a:pt x="3550" y="2816"/>
                  <a:pt x="3592" y="2777"/>
                  <a:pt x="3619" y="2734"/>
                </a:cubicBezTo>
                <a:cubicBezTo>
                  <a:pt x="3988" y="2376"/>
                  <a:pt x="4475" y="2189"/>
                  <a:pt x="4968" y="2189"/>
                </a:cubicBezTo>
                <a:cubicBezTo>
                  <a:pt x="5220" y="2189"/>
                  <a:pt x="5475" y="2238"/>
                  <a:pt x="5715" y="2339"/>
                </a:cubicBezTo>
                <a:lnTo>
                  <a:pt x="5715" y="3253"/>
                </a:lnTo>
                <a:cubicBezTo>
                  <a:pt x="5715" y="3417"/>
                  <a:pt x="5849" y="3551"/>
                  <a:pt x="6012" y="3551"/>
                </a:cubicBezTo>
                <a:cubicBezTo>
                  <a:pt x="6176" y="3551"/>
                  <a:pt x="6300" y="3417"/>
                  <a:pt x="6300" y="3253"/>
                </a:cubicBezTo>
                <a:lnTo>
                  <a:pt x="6300" y="2163"/>
                </a:lnTo>
                <a:lnTo>
                  <a:pt x="6300" y="1865"/>
                </a:lnTo>
                <a:lnTo>
                  <a:pt x="6300" y="1647"/>
                </a:lnTo>
                <a:cubicBezTo>
                  <a:pt x="6300" y="1062"/>
                  <a:pt x="6777" y="585"/>
                  <a:pt x="7361" y="585"/>
                </a:cubicBezTo>
                <a:close/>
                <a:moveTo>
                  <a:pt x="7361" y="1"/>
                </a:moveTo>
                <a:cubicBezTo>
                  <a:pt x="6463" y="1"/>
                  <a:pt x="5715" y="735"/>
                  <a:pt x="5715" y="1647"/>
                </a:cubicBezTo>
                <a:lnTo>
                  <a:pt x="5715" y="1715"/>
                </a:lnTo>
                <a:cubicBezTo>
                  <a:pt x="5469" y="1638"/>
                  <a:pt x="5215" y="1600"/>
                  <a:pt x="4962" y="1600"/>
                </a:cubicBezTo>
                <a:cubicBezTo>
                  <a:pt x="4317" y="1600"/>
                  <a:pt x="3679" y="1847"/>
                  <a:pt x="3210" y="2326"/>
                </a:cubicBezTo>
                <a:cubicBezTo>
                  <a:pt x="3086" y="2450"/>
                  <a:pt x="2978" y="2571"/>
                  <a:pt x="2897" y="2708"/>
                </a:cubicBezTo>
                <a:cubicBezTo>
                  <a:pt x="2747" y="2910"/>
                  <a:pt x="2652" y="3142"/>
                  <a:pt x="2583" y="3374"/>
                </a:cubicBezTo>
                <a:cubicBezTo>
                  <a:pt x="2531" y="3580"/>
                  <a:pt x="2489" y="3782"/>
                  <a:pt x="2489" y="3988"/>
                </a:cubicBezTo>
                <a:cubicBezTo>
                  <a:pt x="2041" y="4165"/>
                  <a:pt x="1633" y="4423"/>
                  <a:pt x="1290" y="4762"/>
                </a:cubicBezTo>
                <a:cubicBezTo>
                  <a:pt x="705" y="5334"/>
                  <a:pt x="366" y="6111"/>
                  <a:pt x="310" y="6911"/>
                </a:cubicBezTo>
                <a:cubicBezTo>
                  <a:pt x="258" y="7633"/>
                  <a:pt x="434" y="8342"/>
                  <a:pt x="816" y="8952"/>
                </a:cubicBezTo>
                <a:cubicBezTo>
                  <a:pt x="679" y="9116"/>
                  <a:pt x="555" y="9279"/>
                  <a:pt x="447" y="9458"/>
                </a:cubicBezTo>
                <a:cubicBezTo>
                  <a:pt x="297" y="9687"/>
                  <a:pt x="176" y="9961"/>
                  <a:pt x="121" y="10259"/>
                </a:cubicBezTo>
                <a:cubicBezTo>
                  <a:pt x="39" y="10546"/>
                  <a:pt x="0" y="10846"/>
                  <a:pt x="0" y="11157"/>
                </a:cubicBezTo>
                <a:cubicBezTo>
                  <a:pt x="0" y="12084"/>
                  <a:pt x="379" y="12953"/>
                  <a:pt x="1032" y="13593"/>
                </a:cubicBezTo>
                <a:cubicBezTo>
                  <a:pt x="898" y="13851"/>
                  <a:pt x="816" y="14151"/>
                  <a:pt x="787" y="14465"/>
                </a:cubicBezTo>
                <a:cubicBezTo>
                  <a:pt x="774" y="14628"/>
                  <a:pt x="761" y="14791"/>
                  <a:pt x="761" y="14955"/>
                </a:cubicBezTo>
                <a:cubicBezTo>
                  <a:pt x="761" y="16369"/>
                  <a:pt x="1617" y="17607"/>
                  <a:pt x="2923" y="18113"/>
                </a:cubicBezTo>
                <a:cubicBezTo>
                  <a:pt x="2965" y="19390"/>
                  <a:pt x="3971" y="20438"/>
                  <a:pt x="5238" y="20520"/>
                </a:cubicBezTo>
                <a:cubicBezTo>
                  <a:pt x="5251" y="20520"/>
                  <a:pt x="5278" y="20520"/>
                  <a:pt x="5291" y="20533"/>
                </a:cubicBezTo>
                <a:cubicBezTo>
                  <a:pt x="5372" y="20533"/>
                  <a:pt x="5454" y="20546"/>
                  <a:pt x="5536" y="20546"/>
                </a:cubicBezTo>
                <a:cubicBezTo>
                  <a:pt x="5591" y="20546"/>
                  <a:pt x="5660" y="20546"/>
                  <a:pt x="5715" y="20533"/>
                </a:cubicBezTo>
                <a:lnTo>
                  <a:pt x="5715" y="20791"/>
                </a:lnTo>
                <a:cubicBezTo>
                  <a:pt x="5715" y="21705"/>
                  <a:pt x="6463" y="22440"/>
                  <a:pt x="7361" y="22440"/>
                </a:cubicBezTo>
                <a:cubicBezTo>
                  <a:pt x="8272" y="22440"/>
                  <a:pt x="9020" y="21705"/>
                  <a:pt x="9020" y="20791"/>
                </a:cubicBezTo>
                <a:lnTo>
                  <a:pt x="9020" y="14968"/>
                </a:lnTo>
                <a:cubicBezTo>
                  <a:pt x="9020" y="14955"/>
                  <a:pt x="9007" y="14955"/>
                  <a:pt x="9007" y="14942"/>
                </a:cubicBezTo>
                <a:cubicBezTo>
                  <a:pt x="9144" y="14697"/>
                  <a:pt x="9210" y="14422"/>
                  <a:pt x="9210" y="14138"/>
                </a:cubicBezTo>
                <a:cubicBezTo>
                  <a:pt x="9210" y="13498"/>
                  <a:pt x="8857" y="12927"/>
                  <a:pt x="8328" y="12626"/>
                </a:cubicBezTo>
                <a:cubicBezTo>
                  <a:pt x="8749" y="12300"/>
                  <a:pt x="9020" y="11797"/>
                  <a:pt x="9020" y="11238"/>
                </a:cubicBezTo>
                <a:lnTo>
                  <a:pt x="9020" y="1647"/>
                </a:lnTo>
                <a:cubicBezTo>
                  <a:pt x="9020" y="735"/>
                  <a:pt x="8272" y="1"/>
                  <a:pt x="7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6"/>
          <p:cNvSpPr txBox="1"/>
          <p:nvPr>
            <p:ph type="title"/>
          </p:nvPr>
        </p:nvSpPr>
        <p:spPr>
          <a:xfrm>
            <a:off x="180000" y="307450"/>
            <a:ext cx="878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Suppose you’re trying to review some recent material.</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Which do you think is more effective?</a:t>
            </a:r>
            <a:endParaRPr/>
          </a:p>
          <a:p>
            <a:pPr indent="0" lvl="0" marL="0" rtl="0" algn="ctr">
              <a:spcBef>
                <a:spcPts val="0"/>
              </a:spcBef>
              <a:spcAft>
                <a:spcPts val="0"/>
              </a:spcAft>
              <a:buNone/>
            </a:pPr>
            <a:r>
              <a:t/>
            </a:r>
            <a:endParaRPr/>
          </a:p>
        </p:txBody>
      </p:sp>
      <p:sp>
        <p:nvSpPr>
          <p:cNvPr id="68" name="Google Shape;68;p16"/>
          <p:cNvSpPr/>
          <p:nvPr/>
        </p:nvSpPr>
        <p:spPr>
          <a:xfrm>
            <a:off x="784422" y="1941505"/>
            <a:ext cx="2941268" cy="2541737"/>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accent4"/>
          </a:solid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6"/>
          <p:cNvSpPr/>
          <p:nvPr/>
        </p:nvSpPr>
        <p:spPr>
          <a:xfrm>
            <a:off x="5418310" y="1941505"/>
            <a:ext cx="2941268" cy="2539346"/>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accent3"/>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6"/>
          <p:cNvSpPr/>
          <p:nvPr/>
        </p:nvSpPr>
        <p:spPr>
          <a:xfrm>
            <a:off x="1192075" y="1536432"/>
            <a:ext cx="502200" cy="502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t/>
            </a:r>
            <a:endParaRPr sz="2400">
              <a:solidFill>
                <a:schemeClr val="accent3"/>
              </a:solidFill>
            </a:endParaRPr>
          </a:p>
        </p:txBody>
      </p:sp>
      <p:sp>
        <p:nvSpPr>
          <p:cNvPr id="71" name="Google Shape;71;p16"/>
          <p:cNvSpPr/>
          <p:nvPr/>
        </p:nvSpPr>
        <p:spPr>
          <a:xfrm>
            <a:off x="1538811" y="2431118"/>
            <a:ext cx="1432500" cy="103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2400">
                <a:solidFill>
                  <a:schemeClr val="accent2"/>
                </a:solidFill>
                <a:latin typeface="Fira Sans Extra Condensed Medium"/>
                <a:ea typeface="Fira Sans Extra Condensed Medium"/>
                <a:cs typeface="Fira Sans Extra Condensed Medium"/>
                <a:sym typeface="Fira Sans Extra Condensed Medium"/>
              </a:rPr>
              <a:t>Study it again</a:t>
            </a:r>
            <a:endParaRPr sz="2400">
              <a:solidFill>
                <a:schemeClr val="accent2"/>
              </a:solidFill>
            </a:endParaRPr>
          </a:p>
        </p:txBody>
      </p:sp>
      <p:sp>
        <p:nvSpPr>
          <p:cNvPr id="72" name="Google Shape;72;p16"/>
          <p:cNvSpPr/>
          <p:nvPr/>
        </p:nvSpPr>
        <p:spPr>
          <a:xfrm>
            <a:off x="5939900" y="2431118"/>
            <a:ext cx="2045700" cy="103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2400">
                <a:solidFill>
                  <a:schemeClr val="accent1"/>
                </a:solidFill>
                <a:latin typeface="Fira Sans Extra Condensed Medium"/>
                <a:ea typeface="Fira Sans Extra Condensed Medium"/>
                <a:cs typeface="Fira Sans Extra Condensed Medium"/>
                <a:sym typeface="Fira Sans Extra Condensed Medium"/>
              </a:rPr>
              <a:t>Test yourself </a:t>
            </a:r>
            <a:endParaRPr sz="2400">
              <a:solidFill>
                <a:schemeClr val="accent1"/>
              </a:solidFill>
              <a:latin typeface="Fira Sans Extra Condensed Medium"/>
              <a:ea typeface="Fira Sans Extra Condensed Medium"/>
              <a:cs typeface="Fira Sans Extra Condensed Medium"/>
              <a:sym typeface="Fira Sans Extra Condensed Medium"/>
            </a:endParaRPr>
          </a:p>
          <a:p>
            <a:pPr indent="0" lvl="0" marL="0" rtl="0" algn="ctr">
              <a:spcBef>
                <a:spcPts val="0"/>
              </a:spcBef>
              <a:spcAft>
                <a:spcPts val="0"/>
              </a:spcAft>
              <a:buClr>
                <a:srgbClr val="000000"/>
              </a:buClr>
              <a:buSzPts val="1100"/>
              <a:buFont typeface="Arial"/>
              <a:buNone/>
            </a:pPr>
            <a:r>
              <a:rPr lang="en" sz="2400">
                <a:solidFill>
                  <a:schemeClr val="accent1"/>
                </a:solidFill>
                <a:latin typeface="Fira Sans Extra Condensed Medium"/>
                <a:ea typeface="Fira Sans Extra Condensed Medium"/>
                <a:cs typeface="Fira Sans Extra Condensed Medium"/>
                <a:sym typeface="Fira Sans Extra Condensed Medium"/>
              </a:rPr>
              <a:t>on it</a:t>
            </a:r>
            <a:endParaRPr sz="2400">
              <a:solidFill>
                <a:schemeClr val="accent1"/>
              </a:solidFill>
              <a:latin typeface="Fira Sans Extra Condensed Medium"/>
              <a:ea typeface="Fira Sans Extra Condensed Medium"/>
              <a:cs typeface="Fira Sans Extra Condensed Medium"/>
              <a:sym typeface="Fira Sans Extra Condensed Medium"/>
            </a:endParaRPr>
          </a:p>
          <a:p>
            <a:pPr indent="0" lvl="0" marL="0" rtl="0" algn="ctr">
              <a:spcBef>
                <a:spcPts val="0"/>
              </a:spcBef>
              <a:spcAft>
                <a:spcPts val="0"/>
              </a:spcAft>
              <a:buClr>
                <a:srgbClr val="000000"/>
              </a:buClr>
              <a:buSzPts val="1100"/>
              <a:buFont typeface="Arial"/>
              <a:buNone/>
            </a:pPr>
            <a:r>
              <a:t/>
            </a:r>
            <a:endParaRPr sz="2400">
              <a:solidFill>
                <a:schemeClr val="accent1"/>
              </a:solidFill>
              <a:latin typeface="Fira Sans Extra Condensed Medium"/>
              <a:ea typeface="Fira Sans Extra Condensed Medium"/>
              <a:cs typeface="Fira Sans Extra Condensed Medium"/>
              <a:sym typeface="Fira Sans Extra Condensed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180000" y="307450"/>
            <a:ext cx="878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study</a:t>
            </a:r>
            <a:endParaRPr/>
          </a:p>
        </p:txBody>
      </p:sp>
      <p:grpSp>
        <p:nvGrpSpPr>
          <p:cNvPr id="78" name="Google Shape;78;p17"/>
          <p:cNvGrpSpPr/>
          <p:nvPr/>
        </p:nvGrpSpPr>
        <p:grpSpPr>
          <a:xfrm flipH="1">
            <a:off x="5240075" y="1020268"/>
            <a:ext cx="3392730" cy="3642967"/>
            <a:chOff x="400500" y="1028698"/>
            <a:chExt cx="3070900" cy="3297399"/>
          </a:xfrm>
        </p:grpSpPr>
        <p:sp>
          <p:nvSpPr>
            <p:cNvPr id="79" name="Google Shape;79;p17"/>
            <p:cNvSpPr/>
            <p:nvPr/>
          </p:nvSpPr>
          <p:spPr>
            <a:xfrm flipH="1">
              <a:off x="400500" y="1028698"/>
              <a:ext cx="3070900" cy="3297399"/>
            </a:xfrm>
            <a:custGeom>
              <a:rect b="b" l="l" r="r" t="t"/>
              <a:pathLst>
                <a:path extrusionOk="0" h="27704" w="25801">
                  <a:moveTo>
                    <a:pt x="13762" y="493"/>
                  </a:moveTo>
                  <a:cubicBezTo>
                    <a:pt x="13992" y="493"/>
                    <a:pt x="14222" y="500"/>
                    <a:pt x="14452" y="515"/>
                  </a:cubicBezTo>
                  <a:cubicBezTo>
                    <a:pt x="15977" y="626"/>
                    <a:pt x="17446" y="1074"/>
                    <a:pt x="18710" y="1822"/>
                  </a:cubicBezTo>
                  <a:cubicBezTo>
                    <a:pt x="20059" y="2599"/>
                    <a:pt x="21133" y="3686"/>
                    <a:pt x="21924" y="5019"/>
                  </a:cubicBezTo>
                  <a:cubicBezTo>
                    <a:pt x="25229" y="10695"/>
                    <a:pt x="22221" y="15878"/>
                    <a:pt x="20235" y="19307"/>
                  </a:cubicBezTo>
                  <a:cubicBezTo>
                    <a:pt x="19664" y="20286"/>
                    <a:pt x="19174" y="21145"/>
                    <a:pt x="18929" y="21838"/>
                  </a:cubicBezTo>
                  <a:lnTo>
                    <a:pt x="18903" y="21893"/>
                  </a:lnTo>
                  <a:lnTo>
                    <a:pt x="19474" y="27213"/>
                  </a:lnTo>
                  <a:lnTo>
                    <a:pt x="9595" y="27213"/>
                  </a:lnTo>
                  <a:lnTo>
                    <a:pt x="9226" y="25365"/>
                  </a:lnTo>
                  <a:lnTo>
                    <a:pt x="8981" y="25430"/>
                  </a:lnTo>
                  <a:cubicBezTo>
                    <a:pt x="8950" y="25430"/>
                    <a:pt x="6753" y="25968"/>
                    <a:pt x="5178" y="25968"/>
                  </a:cubicBezTo>
                  <a:cubicBezTo>
                    <a:pt x="4747" y="25968"/>
                    <a:pt x="4363" y="25928"/>
                    <a:pt x="4083" y="25825"/>
                  </a:cubicBezTo>
                  <a:cubicBezTo>
                    <a:pt x="3485" y="25610"/>
                    <a:pt x="3309" y="24832"/>
                    <a:pt x="3253" y="24235"/>
                  </a:cubicBezTo>
                  <a:cubicBezTo>
                    <a:pt x="3197" y="23513"/>
                    <a:pt x="3309" y="22847"/>
                    <a:pt x="3309" y="22847"/>
                  </a:cubicBezTo>
                  <a:lnTo>
                    <a:pt x="3322" y="22736"/>
                  </a:lnTo>
                  <a:lnTo>
                    <a:pt x="2776" y="22070"/>
                  </a:lnTo>
                  <a:cubicBezTo>
                    <a:pt x="2737" y="22001"/>
                    <a:pt x="2708" y="21919"/>
                    <a:pt x="2737" y="21838"/>
                  </a:cubicBezTo>
                  <a:cubicBezTo>
                    <a:pt x="2763" y="21756"/>
                    <a:pt x="2819" y="21704"/>
                    <a:pt x="2900" y="21674"/>
                  </a:cubicBezTo>
                  <a:lnTo>
                    <a:pt x="3606" y="21446"/>
                  </a:lnTo>
                  <a:lnTo>
                    <a:pt x="2355" y="20874"/>
                  </a:lnTo>
                  <a:cubicBezTo>
                    <a:pt x="2179" y="20776"/>
                    <a:pt x="2110" y="20574"/>
                    <a:pt x="2192" y="20398"/>
                  </a:cubicBezTo>
                  <a:cubicBezTo>
                    <a:pt x="2355" y="20028"/>
                    <a:pt x="2544" y="19457"/>
                    <a:pt x="2544" y="18833"/>
                  </a:cubicBezTo>
                  <a:lnTo>
                    <a:pt x="2544" y="18627"/>
                  </a:lnTo>
                  <a:lnTo>
                    <a:pt x="804" y="18245"/>
                  </a:lnTo>
                  <a:cubicBezTo>
                    <a:pt x="696" y="18219"/>
                    <a:pt x="614" y="18138"/>
                    <a:pt x="559" y="18043"/>
                  </a:cubicBezTo>
                  <a:cubicBezTo>
                    <a:pt x="520" y="17935"/>
                    <a:pt x="520" y="17824"/>
                    <a:pt x="572" y="17729"/>
                  </a:cubicBezTo>
                  <a:lnTo>
                    <a:pt x="2789" y="13853"/>
                  </a:lnTo>
                  <a:cubicBezTo>
                    <a:pt x="3103" y="13294"/>
                    <a:pt x="3158" y="12641"/>
                    <a:pt x="2926" y="12040"/>
                  </a:cubicBezTo>
                  <a:cubicBezTo>
                    <a:pt x="2845" y="11795"/>
                    <a:pt x="2737" y="11511"/>
                    <a:pt x="2626" y="11211"/>
                  </a:cubicBezTo>
                  <a:cubicBezTo>
                    <a:pt x="2205" y="9999"/>
                    <a:pt x="3390" y="7060"/>
                    <a:pt x="5281" y="4666"/>
                  </a:cubicBezTo>
                  <a:cubicBezTo>
                    <a:pt x="6437" y="3196"/>
                    <a:pt x="7868" y="2096"/>
                    <a:pt x="9540" y="1374"/>
                  </a:cubicBezTo>
                  <a:cubicBezTo>
                    <a:pt x="10878" y="785"/>
                    <a:pt x="12318" y="493"/>
                    <a:pt x="13762" y="493"/>
                  </a:cubicBezTo>
                  <a:close/>
                  <a:moveTo>
                    <a:pt x="13747" y="0"/>
                  </a:moveTo>
                  <a:cubicBezTo>
                    <a:pt x="12245" y="0"/>
                    <a:pt x="10741" y="317"/>
                    <a:pt x="9337" y="923"/>
                  </a:cubicBezTo>
                  <a:cubicBezTo>
                    <a:pt x="7593" y="1671"/>
                    <a:pt x="6098" y="2831"/>
                    <a:pt x="4899" y="4366"/>
                  </a:cubicBezTo>
                  <a:cubicBezTo>
                    <a:pt x="3132" y="6613"/>
                    <a:pt x="1633" y="9836"/>
                    <a:pt x="2165" y="11374"/>
                  </a:cubicBezTo>
                  <a:cubicBezTo>
                    <a:pt x="2273" y="11675"/>
                    <a:pt x="2381" y="11959"/>
                    <a:pt x="2479" y="12204"/>
                  </a:cubicBezTo>
                  <a:cubicBezTo>
                    <a:pt x="2642" y="12667"/>
                    <a:pt x="2600" y="13183"/>
                    <a:pt x="2355" y="13608"/>
                  </a:cubicBezTo>
                  <a:lnTo>
                    <a:pt x="150" y="17484"/>
                  </a:lnTo>
                  <a:cubicBezTo>
                    <a:pt x="13" y="17716"/>
                    <a:pt x="0" y="17987"/>
                    <a:pt x="111" y="18232"/>
                  </a:cubicBezTo>
                  <a:cubicBezTo>
                    <a:pt x="219" y="18490"/>
                    <a:pt x="438" y="18670"/>
                    <a:pt x="696" y="18722"/>
                  </a:cubicBezTo>
                  <a:lnTo>
                    <a:pt x="2054" y="19023"/>
                  </a:lnTo>
                  <a:cubicBezTo>
                    <a:pt x="2015" y="19486"/>
                    <a:pt x="1865" y="19908"/>
                    <a:pt x="1744" y="20192"/>
                  </a:cubicBezTo>
                  <a:cubicBezTo>
                    <a:pt x="1552" y="20613"/>
                    <a:pt x="1728" y="21119"/>
                    <a:pt x="2152" y="21309"/>
                  </a:cubicBezTo>
                  <a:lnTo>
                    <a:pt x="2410" y="21430"/>
                  </a:lnTo>
                  <a:cubicBezTo>
                    <a:pt x="2355" y="21511"/>
                    <a:pt x="2299" y="21593"/>
                    <a:pt x="2273" y="21704"/>
                  </a:cubicBezTo>
                  <a:cubicBezTo>
                    <a:pt x="2205" y="21936"/>
                    <a:pt x="2247" y="22194"/>
                    <a:pt x="2410" y="22370"/>
                  </a:cubicBezTo>
                  <a:lnTo>
                    <a:pt x="2806" y="22873"/>
                  </a:lnTo>
                  <a:cubicBezTo>
                    <a:pt x="2737" y="23418"/>
                    <a:pt x="2505" y="25773"/>
                    <a:pt x="3906" y="26289"/>
                  </a:cubicBezTo>
                  <a:cubicBezTo>
                    <a:pt x="4238" y="26408"/>
                    <a:pt x="4682" y="26454"/>
                    <a:pt x="5170" y="26454"/>
                  </a:cubicBezTo>
                  <a:cubicBezTo>
                    <a:pt x="6522" y="26454"/>
                    <a:pt x="8217" y="26102"/>
                    <a:pt x="8847" y="25962"/>
                  </a:cubicBezTo>
                  <a:lnTo>
                    <a:pt x="9200" y="27703"/>
                  </a:lnTo>
                  <a:lnTo>
                    <a:pt x="20016" y="27703"/>
                  </a:lnTo>
                  <a:lnTo>
                    <a:pt x="19406" y="21949"/>
                  </a:lnTo>
                  <a:cubicBezTo>
                    <a:pt x="19638" y="21309"/>
                    <a:pt x="20114" y="20492"/>
                    <a:pt x="20657" y="19552"/>
                  </a:cubicBezTo>
                  <a:cubicBezTo>
                    <a:pt x="22711" y="16028"/>
                    <a:pt x="25800" y="10695"/>
                    <a:pt x="22345" y="4774"/>
                  </a:cubicBezTo>
                  <a:cubicBezTo>
                    <a:pt x="21516" y="3360"/>
                    <a:pt x="20386" y="2230"/>
                    <a:pt x="18971" y="1400"/>
                  </a:cubicBezTo>
                  <a:cubicBezTo>
                    <a:pt x="17636" y="610"/>
                    <a:pt x="16084" y="136"/>
                    <a:pt x="14481" y="25"/>
                  </a:cubicBezTo>
                  <a:cubicBezTo>
                    <a:pt x="14237" y="8"/>
                    <a:pt x="13992" y="0"/>
                    <a:pt x="1374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p:nvPr/>
          </p:nvSpPr>
          <p:spPr>
            <a:xfrm flipH="1">
              <a:off x="927587" y="1279893"/>
              <a:ext cx="1929036" cy="1666954"/>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rgbClr val="ACEAD9">
                <a:alpha val="48660"/>
              </a:srgbClr>
            </a:solid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7"/>
            <p:cNvSpPr/>
            <p:nvPr/>
          </p:nvSpPr>
          <p:spPr>
            <a:xfrm flipH="1">
              <a:off x="1423975" y="2353232"/>
              <a:ext cx="112" cy="112"/>
            </a:xfrm>
            <a:custGeom>
              <a:rect b="b" l="l" r="r" t="t"/>
              <a:pathLst>
                <a:path extrusionOk="0" h="1" w="1">
                  <a:moveTo>
                    <a:pt x="0" y="0"/>
                  </a:moveTo>
                  <a:close/>
                </a:path>
              </a:pathLst>
            </a:custGeom>
            <a:solidFill>
              <a:srgbClr val="0096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7"/>
            <p:cNvSpPr/>
            <p:nvPr/>
          </p:nvSpPr>
          <p:spPr>
            <a:xfrm flipH="1">
              <a:off x="927585" y="1884939"/>
              <a:ext cx="1545058" cy="1063161"/>
            </a:xfrm>
            <a:custGeom>
              <a:rect b="b" l="l" r="r" t="t"/>
              <a:pathLst>
                <a:path extrusionOk="0" h="9533" w="13854">
                  <a:moveTo>
                    <a:pt x="10365" y="0"/>
                  </a:moveTo>
                  <a:cubicBezTo>
                    <a:pt x="9396" y="0"/>
                    <a:pt x="8509" y="338"/>
                    <a:pt x="7894" y="1028"/>
                  </a:cubicBezTo>
                  <a:cubicBezTo>
                    <a:pt x="7374" y="1600"/>
                    <a:pt x="7129" y="2335"/>
                    <a:pt x="7129" y="3122"/>
                  </a:cubicBezTo>
                  <a:cubicBezTo>
                    <a:pt x="7035" y="3095"/>
                    <a:pt x="6953" y="3069"/>
                    <a:pt x="6871" y="3056"/>
                  </a:cubicBezTo>
                  <a:cubicBezTo>
                    <a:pt x="6220" y="2898"/>
                    <a:pt x="5573" y="2823"/>
                    <a:pt x="4949" y="2823"/>
                  </a:cubicBezTo>
                  <a:cubicBezTo>
                    <a:pt x="2821" y="2823"/>
                    <a:pt x="947" y="3695"/>
                    <a:pt x="0" y="5137"/>
                  </a:cubicBezTo>
                  <a:cubicBezTo>
                    <a:pt x="301" y="5110"/>
                    <a:pt x="598" y="5029"/>
                    <a:pt x="898" y="4905"/>
                  </a:cubicBezTo>
                  <a:cubicBezTo>
                    <a:pt x="1006" y="4852"/>
                    <a:pt x="1130" y="4797"/>
                    <a:pt x="1238" y="4728"/>
                  </a:cubicBezTo>
                  <a:cubicBezTo>
                    <a:pt x="1251" y="4797"/>
                    <a:pt x="1280" y="4866"/>
                    <a:pt x="1306" y="4934"/>
                  </a:cubicBezTo>
                  <a:cubicBezTo>
                    <a:pt x="1743" y="5958"/>
                    <a:pt x="2776" y="6560"/>
                    <a:pt x="3886" y="6560"/>
                  </a:cubicBezTo>
                  <a:cubicBezTo>
                    <a:pt x="4295" y="6560"/>
                    <a:pt x="4714" y="6478"/>
                    <a:pt x="5118" y="6306"/>
                  </a:cubicBezTo>
                  <a:cubicBezTo>
                    <a:pt x="5170" y="6293"/>
                    <a:pt x="5225" y="6267"/>
                    <a:pt x="5281" y="6240"/>
                  </a:cubicBezTo>
                  <a:cubicBezTo>
                    <a:pt x="5579" y="6567"/>
                    <a:pt x="6020" y="6756"/>
                    <a:pt x="6486" y="6756"/>
                  </a:cubicBezTo>
                  <a:cubicBezTo>
                    <a:pt x="6659" y="6756"/>
                    <a:pt x="6835" y="6730"/>
                    <a:pt x="7009" y="6675"/>
                  </a:cubicBezTo>
                  <a:cubicBezTo>
                    <a:pt x="7077" y="6920"/>
                    <a:pt x="7185" y="7165"/>
                    <a:pt x="7306" y="7410"/>
                  </a:cubicBezTo>
                  <a:cubicBezTo>
                    <a:pt x="7946" y="8621"/>
                    <a:pt x="9050" y="9382"/>
                    <a:pt x="10163" y="9532"/>
                  </a:cubicBezTo>
                  <a:lnTo>
                    <a:pt x="10670" y="9069"/>
                  </a:lnTo>
                  <a:cubicBezTo>
                    <a:pt x="10653" y="9069"/>
                    <a:pt x="10653" y="9056"/>
                    <a:pt x="10640" y="9056"/>
                  </a:cubicBezTo>
                  <a:cubicBezTo>
                    <a:pt x="9634" y="8742"/>
                    <a:pt x="8886" y="7792"/>
                    <a:pt x="8886" y="6675"/>
                  </a:cubicBezTo>
                  <a:lnTo>
                    <a:pt x="8886" y="6567"/>
                  </a:lnTo>
                  <a:cubicBezTo>
                    <a:pt x="9325" y="6828"/>
                    <a:pt x="9839" y="6967"/>
                    <a:pt x="10372" y="6967"/>
                  </a:cubicBezTo>
                  <a:cubicBezTo>
                    <a:pt x="10780" y="6967"/>
                    <a:pt x="11200" y="6885"/>
                    <a:pt x="11607" y="6714"/>
                  </a:cubicBezTo>
                  <a:cubicBezTo>
                    <a:pt x="13119" y="6077"/>
                    <a:pt x="13854" y="4415"/>
                    <a:pt x="13253" y="3001"/>
                  </a:cubicBezTo>
                  <a:cubicBezTo>
                    <a:pt x="13158" y="2769"/>
                    <a:pt x="13021" y="2550"/>
                    <a:pt x="12874" y="2374"/>
                  </a:cubicBezTo>
                  <a:cubicBezTo>
                    <a:pt x="13184" y="2034"/>
                    <a:pt x="13403" y="1600"/>
                    <a:pt x="13485" y="1110"/>
                  </a:cubicBezTo>
                  <a:cubicBezTo>
                    <a:pt x="12501" y="376"/>
                    <a:pt x="11387" y="0"/>
                    <a:pt x="10365" y="0"/>
                  </a:cubicBezTo>
                  <a:close/>
                </a:path>
              </a:pathLst>
            </a:custGeom>
            <a:solidFill>
              <a:schemeClr val="accent4"/>
            </a:solid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7"/>
            <p:cNvSpPr/>
            <p:nvPr/>
          </p:nvSpPr>
          <p:spPr>
            <a:xfrm flipH="1">
              <a:off x="941413" y="1279848"/>
              <a:ext cx="1141228" cy="1161860"/>
            </a:xfrm>
            <a:custGeom>
              <a:rect b="b" l="l" r="r" t="t"/>
              <a:pathLst>
                <a:path extrusionOk="0" h="10418" w="10233">
                  <a:moveTo>
                    <a:pt x="3470" y="1"/>
                  </a:moveTo>
                  <a:cubicBezTo>
                    <a:pt x="2582" y="1"/>
                    <a:pt x="1787" y="232"/>
                    <a:pt x="1252" y="630"/>
                  </a:cubicBezTo>
                  <a:cubicBezTo>
                    <a:pt x="1239" y="630"/>
                    <a:pt x="625" y="1352"/>
                    <a:pt x="491" y="1829"/>
                  </a:cubicBezTo>
                  <a:cubicBezTo>
                    <a:pt x="1" y="3556"/>
                    <a:pt x="1196" y="5408"/>
                    <a:pt x="3172" y="5966"/>
                  </a:cubicBezTo>
                  <a:cubicBezTo>
                    <a:pt x="3554" y="6071"/>
                    <a:pt x="3936" y="6119"/>
                    <a:pt x="4307" y="6119"/>
                  </a:cubicBezTo>
                  <a:cubicBezTo>
                    <a:pt x="4517" y="6119"/>
                    <a:pt x="4724" y="6104"/>
                    <a:pt x="4926" y="6074"/>
                  </a:cubicBezTo>
                  <a:lnTo>
                    <a:pt x="4926" y="6074"/>
                  </a:lnTo>
                  <a:cubicBezTo>
                    <a:pt x="4818" y="6851"/>
                    <a:pt x="5007" y="7612"/>
                    <a:pt x="5510" y="8184"/>
                  </a:cubicBezTo>
                  <a:cubicBezTo>
                    <a:pt x="5824" y="8537"/>
                    <a:pt x="6219" y="8781"/>
                    <a:pt x="6640" y="8919"/>
                  </a:cubicBezTo>
                  <a:cubicBezTo>
                    <a:pt x="6533" y="9774"/>
                    <a:pt x="7130" y="10375"/>
                    <a:pt x="8015" y="10414"/>
                  </a:cubicBezTo>
                  <a:cubicBezTo>
                    <a:pt x="8056" y="10416"/>
                    <a:pt x="8096" y="10417"/>
                    <a:pt x="8135" y="10417"/>
                  </a:cubicBezTo>
                  <a:cubicBezTo>
                    <a:pt x="9572" y="10417"/>
                    <a:pt x="9920" y="9219"/>
                    <a:pt x="9962" y="9203"/>
                  </a:cubicBezTo>
                  <a:cubicBezTo>
                    <a:pt x="9932" y="8945"/>
                    <a:pt x="9867" y="8687"/>
                    <a:pt x="9756" y="8429"/>
                  </a:cubicBezTo>
                  <a:cubicBezTo>
                    <a:pt x="9661" y="8197"/>
                    <a:pt x="9524" y="7978"/>
                    <a:pt x="9377" y="7802"/>
                  </a:cubicBezTo>
                  <a:cubicBezTo>
                    <a:pt x="10043" y="7096"/>
                    <a:pt x="10233" y="5911"/>
                    <a:pt x="9769" y="4794"/>
                  </a:cubicBezTo>
                  <a:cubicBezTo>
                    <a:pt x="9348" y="3801"/>
                    <a:pt x="8492" y="3148"/>
                    <a:pt x="7620" y="3027"/>
                  </a:cubicBezTo>
                  <a:cubicBezTo>
                    <a:pt x="7796" y="1802"/>
                    <a:pt x="6451" y="509"/>
                    <a:pt x="4560" y="114"/>
                  </a:cubicBezTo>
                  <a:cubicBezTo>
                    <a:pt x="4189" y="37"/>
                    <a:pt x="3823" y="1"/>
                    <a:pt x="3470" y="1"/>
                  </a:cubicBezTo>
                  <a:close/>
                </a:path>
              </a:pathLst>
            </a:custGeom>
            <a:solidFill>
              <a:schemeClr val="accent3"/>
            </a:solid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7"/>
            <p:cNvSpPr/>
            <p:nvPr/>
          </p:nvSpPr>
          <p:spPr>
            <a:xfrm flipH="1">
              <a:off x="2228184" y="1736946"/>
              <a:ext cx="628440" cy="723347"/>
            </a:xfrm>
            <a:custGeom>
              <a:rect b="b" l="l" r="r" t="t"/>
              <a:pathLst>
                <a:path extrusionOk="0" h="6486" w="5635">
                  <a:moveTo>
                    <a:pt x="1797" y="1"/>
                  </a:moveTo>
                  <a:cubicBezTo>
                    <a:pt x="1686" y="1"/>
                    <a:pt x="1458" y="40"/>
                    <a:pt x="1458" y="56"/>
                  </a:cubicBezTo>
                  <a:cubicBezTo>
                    <a:pt x="736" y="245"/>
                    <a:pt x="164" y="843"/>
                    <a:pt x="53" y="1620"/>
                  </a:cubicBezTo>
                  <a:cubicBezTo>
                    <a:pt x="1" y="2136"/>
                    <a:pt x="151" y="2626"/>
                    <a:pt x="448" y="3008"/>
                  </a:cubicBezTo>
                  <a:cubicBezTo>
                    <a:pt x="259" y="3606"/>
                    <a:pt x="259" y="4246"/>
                    <a:pt x="517" y="4844"/>
                  </a:cubicBezTo>
                  <a:cubicBezTo>
                    <a:pt x="954" y="5880"/>
                    <a:pt x="1988" y="6485"/>
                    <a:pt x="3104" y="6485"/>
                  </a:cubicBezTo>
                  <a:cubicBezTo>
                    <a:pt x="3514" y="6485"/>
                    <a:pt x="3935" y="6404"/>
                    <a:pt x="4341" y="6232"/>
                  </a:cubicBezTo>
                  <a:cubicBezTo>
                    <a:pt x="4449" y="6179"/>
                    <a:pt x="4573" y="6124"/>
                    <a:pt x="4681" y="6055"/>
                  </a:cubicBezTo>
                  <a:cubicBezTo>
                    <a:pt x="4681" y="6055"/>
                    <a:pt x="4681" y="6056"/>
                    <a:pt x="4681" y="6056"/>
                  </a:cubicBezTo>
                  <a:cubicBezTo>
                    <a:pt x="4695" y="6056"/>
                    <a:pt x="5497" y="5311"/>
                    <a:pt x="5416" y="4178"/>
                  </a:cubicBezTo>
                  <a:cubicBezTo>
                    <a:pt x="5390" y="3730"/>
                    <a:pt x="5308" y="3292"/>
                    <a:pt x="5132" y="2914"/>
                  </a:cubicBezTo>
                  <a:cubicBezTo>
                    <a:pt x="5635" y="2368"/>
                    <a:pt x="5621" y="1496"/>
                    <a:pt x="5089" y="954"/>
                  </a:cubicBezTo>
                  <a:cubicBezTo>
                    <a:pt x="4799" y="656"/>
                    <a:pt x="4419" y="507"/>
                    <a:pt x="4039" y="507"/>
                  </a:cubicBezTo>
                  <a:cubicBezTo>
                    <a:pt x="3812" y="507"/>
                    <a:pt x="3584" y="560"/>
                    <a:pt x="3375" y="667"/>
                  </a:cubicBezTo>
                  <a:cubicBezTo>
                    <a:pt x="2966" y="259"/>
                    <a:pt x="2408" y="1"/>
                    <a:pt x="1797" y="1"/>
                  </a:cubicBezTo>
                  <a:close/>
                </a:path>
              </a:pathLst>
            </a:custGeom>
            <a:solidFill>
              <a:schemeClr val="accent1"/>
            </a:solid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 name="Google Shape;85;p17"/>
          <p:cNvGrpSpPr/>
          <p:nvPr/>
        </p:nvGrpSpPr>
        <p:grpSpPr>
          <a:xfrm>
            <a:off x="347663" y="1270245"/>
            <a:ext cx="4616716" cy="777300"/>
            <a:chOff x="347663" y="1575045"/>
            <a:chExt cx="4616716" cy="777300"/>
          </a:xfrm>
        </p:grpSpPr>
        <p:sp>
          <p:nvSpPr>
            <p:cNvPr id="86" name="Google Shape;86;p17"/>
            <p:cNvSpPr/>
            <p:nvPr/>
          </p:nvSpPr>
          <p:spPr>
            <a:xfrm>
              <a:off x="849578" y="1575045"/>
              <a:ext cx="4114800" cy="777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300">
                  <a:latin typeface="Fira Sans"/>
                  <a:ea typeface="Fira Sans"/>
                  <a:cs typeface="Fira Sans"/>
                  <a:sym typeface="Fira Sans"/>
                </a:rPr>
                <a:t>Students were given a passage to read.</a:t>
              </a:r>
              <a:endParaRPr sz="1300">
                <a:latin typeface="Fira Sans"/>
                <a:ea typeface="Fira Sans"/>
                <a:cs typeface="Fira Sans"/>
                <a:sym typeface="Fira Sans"/>
              </a:endParaRPr>
            </a:p>
          </p:txBody>
        </p:sp>
        <p:sp>
          <p:nvSpPr>
            <p:cNvPr id="87" name="Google Shape;87;p17"/>
            <p:cNvSpPr/>
            <p:nvPr/>
          </p:nvSpPr>
          <p:spPr>
            <a:xfrm>
              <a:off x="347663" y="1759538"/>
              <a:ext cx="408300" cy="408300"/>
            </a:xfrm>
            <a:prstGeom prst="ellipse">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01</a:t>
              </a:r>
              <a:endParaRPr>
                <a:solidFill>
                  <a:srgbClr val="FFFFFF"/>
                </a:solidFill>
              </a:endParaRPr>
            </a:p>
          </p:txBody>
        </p:sp>
      </p:grpSp>
      <p:grpSp>
        <p:nvGrpSpPr>
          <p:cNvPr id="88" name="Google Shape;88;p17"/>
          <p:cNvGrpSpPr/>
          <p:nvPr/>
        </p:nvGrpSpPr>
        <p:grpSpPr>
          <a:xfrm>
            <a:off x="347663" y="3591449"/>
            <a:ext cx="4616716" cy="777300"/>
            <a:chOff x="347663" y="3591449"/>
            <a:chExt cx="4616716" cy="777300"/>
          </a:xfrm>
        </p:grpSpPr>
        <p:sp>
          <p:nvSpPr>
            <p:cNvPr id="89" name="Google Shape;89;p17"/>
            <p:cNvSpPr/>
            <p:nvPr/>
          </p:nvSpPr>
          <p:spPr>
            <a:xfrm>
              <a:off x="849578" y="3591449"/>
              <a:ext cx="4114800" cy="777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300">
                  <a:latin typeface="Fira Sans"/>
                  <a:ea typeface="Fira Sans"/>
                  <a:cs typeface="Fira Sans"/>
                  <a:sym typeface="Fira Sans"/>
                </a:rPr>
                <a:t>After some time, they were given tests to see how much they remembered.</a:t>
              </a:r>
              <a:endParaRPr sz="1300">
                <a:latin typeface="Fira Sans"/>
                <a:ea typeface="Fira Sans"/>
                <a:cs typeface="Fira Sans"/>
                <a:sym typeface="Fira Sans"/>
              </a:endParaRPr>
            </a:p>
          </p:txBody>
        </p:sp>
        <p:sp>
          <p:nvSpPr>
            <p:cNvPr id="90" name="Google Shape;90;p17"/>
            <p:cNvSpPr/>
            <p:nvPr/>
          </p:nvSpPr>
          <p:spPr>
            <a:xfrm>
              <a:off x="347663" y="3775950"/>
              <a:ext cx="408300" cy="408300"/>
            </a:xfrm>
            <a:prstGeom prst="ellipse">
              <a:avLst/>
            </a:prstGeom>
            <a:solidFill>
              <a:schemeClr val="accent1"/>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03</a:t>
              </a:r>
              <a:endParaRPr>
                <a:solidFill>
                  <a:srgbClr val="FFFFFF"/>
                </a:solidFill>
              </a:endParaRPr>
            </a:p>
          </p:txBody>
        </p:sp>
      </p:grpSp>
      <p:grpSp>
        <p:nvGrpSpPr>
          <p:cNvPr id="91" name="Google Shape;91;p17"/>
          <p:cNvGrpSpPr/>
          <p:nvPr/>
        </p:nvGrpSpPr>
        <p:grpSpPr>
          <a:xfrm>
            <a:off x="347663" y="2430847"/>
            <a:ext cx="4616716" cy="777300"/>
            <a:chOff x="347663" y="2583247"/>
            <a:chExt cx="4616716" cy="777300"/>
          </a:xfrm>
        </p:grpSpPr>
        <p:sp>
          <p:nvSpPr>
            <p:cNvPr id="92" name="Google Shape;92;p17"/>
            <p:cNvSpPr/>
            <p:nvPr/>
          </p:nvSpPr>
          <p:spPr>
            <a:xfrm>
              <a:off x="849578" y="2583247"/>
              <a:ext cx="4114800" cy="777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300">
                  <a:latin typeface="Fira Sans"/>
                  <a:ea typeface="Fira Sans"/>
                  <a:cs typeface="Fira Sans"/>
                  <a:sym typeface="Fira Sans"/>
                </a:rPr>
                <a:t>They then had the option of </a:t>
              </a:r>
              <a:r>
                <a:rPr b="1" lang="en" sz="1300">
                  <a:latin typeface="Fira Sans"/>
                  <a:ea typeface="Fira Sans"/>
                  <a:cs typeface="Fira Sans"/>
                  <a:sym typeface="Fira Sans"/>
                </a:rPr>
                <a:t>restudying the passage</a:t>
              </a:r>
              <a:r>
                <a:rPr lang="en" sz="1300">
                  <a:latin typeface="Fira Sans"/>
                  <a:ea typeface="Fira Sans"/>
                  <a:cs typeface="Fira Sans"/>
                  <a:sym typeface="Fira Sans"/>
                </a:rPr>
                <a:t> or </a:t>
              </a:r>
              <a:r>
                <a:rPr b="1" lang="en" sz="1300">
                  <a:latin typeface="Fira Sans"/>
                  <a:ea typeface="Fira Sans"/>
                  <a:cs typeface="Fira Sans"/>
                  <a:sym typeface="Fira Sans"/>
                </a:rPr>
                <a:t>taking a recall test</a:t>
              </a:r>
              <a:r>
                <a:rPr lang="en" sz="1300">
                  <a:latin typeface="Fira Sans"/>
                  <a:ea typeface="Fira Sans"/>
                  <a:cs typeface="Fira Sans"/>
                  <a:sym typeface="Fira Sans"/>
                </a:rPr>
                <a:t>, where they wrote down as much as they could remember from the passage.</a:t>
              </a:r>
              <a:endParaRPr sz="1300">
                <a:latin typeface="Fira Sans"/>
                <a:ea typeface="Fira Sans"/>
                <a:cs typeface="Fira Sans"/>
                <a:sym typeface="Fira Sans"/>
              </a:endParaRPr>
            </a:p>
          </p:txBody>
        </p:sp>
        <p:sp>
          <p:nvSpPr>
            <p:cNvPr id="93" name="Google Shape;93;p17"/>
            <p:cNvSpPr/>
            <p:nvPr/>
          </p:nvSpPr>
          <p:spPr>
            <a:xfrm>
              <a:off x="347663" y="2767750"/>
              <a:ext cx="408300" cy="4083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02</a:t>
              </a:r>
              <a:endParaRPr>
                <a:solidFill>
                  <a:srgbClr val="FFFFFF"/>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180000" y="307450"/>
            <a:ext cx="878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a:t>
            </a:r>
            <a:endParaRPr/>
          </a:p>
        </p:txBody>
      </p:sp>
      <p:pic>
        <p:nvPicPr>
          <p:cNvPr id="99" name="Google Shape;99;p18"/>
          <p:cNvPicPr preferRelativeResize="0"/>
          <p:nvPr/>
        </p:nvPicPr>
        <p:blipFill>
          <a:blip r:embed="rId3">
            <a:alphaModFix/>
          </a:blip>
          <a:stretch>
            <a:fillRect/>
          </a:stretch>
        </p:blipFill>
        <p:spPr>
          <a:xfrm>
            <a:off x="2209800" y="1032550"/>
            <a:ext cx="4191408" cy="356269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p:nvPr/>
        </p:nvSpPr>
        <p:spPr>
          <a:xfrm>
            <a:off x="2561603" y="1246919"/>
            <a:ext cx="4020794" cy="2649663"/>
          </a:xfrm>
          <a:custGeom>
            <a:rect b="b" l="l" r="r" t="t"/>
            <a:pathLst>
              <a:path extrusionOk="0" h="11697" w="16731">
                <a:moveTo>
                  <a:pt x="0" y="1"/>
                </a:moveTo>
                <a:lnTo>
                  <a:pt x="0" y="7114"/>
                </a:lnTo>
                <a:cubicBezTo>
                  <a:pt x="0" y="9646"/>
                  <a:pt x="2033" y="11696"/>
                  <a:pt x="4559" y="11696"/>
                </a:cubicBezTo>
                <a:lnTo>
                  <a:pt x="12412" y="11696"/>
                </a:lnTo>
                <a:cubicBezTo>
                  <a:pt x="14800" y="11696"/>
                  <a:pt x="16730" y="9766"/>
                  <a:pt x="16730" y="7378"/>
                </a:cubicBezTo>
                <a:lnTo>
                  <a:pt x="16730" y="4583"/>
                </a:lnTo>
                <a:cubicBezTo>
                  <a:pt x="16730" y="2057"/>
                  <a:pt x="14680" y="1"/>
                  <a:pt x="12148" y="1"/>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9"/>
          <p:cNvSpPr txBox="1"/>
          <p:nvPr/>
        </p:nvSpPr>
        <p:spPr>
          <a:xfrm>
            <a:off x="2662363" y="1310078"/>
            <a:ext cx="3859800" cy="253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dk2"/>
                </a:solidFill>
                <a:latin typeface="Fira Sans Extra Condensed Medium"/>
                <a:ea typeface="Fira Sans Extra Condensed Medium"/>
                <a:cs typeface="Fira Sans Extra Condensed Medium"/>
                <a:sym typeface="Fira Sans Extra Condensed Medium"/>
              </a:rPr>
              <a:t>Testing yourself is more effective, so let’s try it!</a:t>
            </a:r>
            <a:endParaRPr sz="2800">
              <a:solidFill>
                <a:schemeClr val="dk2"/>
              </a:solidFill>
              <a:latin typeface="Fira Sans Extra Condensed Medium"/>
              <a:ea typeface="Fira Sans Extra Condensed Medium"/>
              <a:cs typeface="Fira Sans Extra Condensed Medium"/>
              <a:sym typeface="Fira Sans Extra Condensed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180000" y="307450"/>
            <a:ext cx="878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Tip: use homework as an opportunity to test yourself!</a:t>
            </a:r>
            <a:endParaRPr/>
          </a:p>
          <a:p>
            <a:pPr indent="0" lvl="0" marL="0" rtl="0" algn="ctr">
              <a:spcBef>
                <a:spcPts val="0"/>
              </a:spcBef>
              <a:spcAft>
                <a:spcPts val="0"/>
              </a:spcAft>
              <a:buNone/>
            </a:pPr>
            <a:r>
              <a:t/>
            </a:r>
            <a:endParaRPr/>
          </a:p>
        </p:txBody>
      </p:sp>
      <p:grpSp>
        <p:nvGrpSpPr>
          <p:cNvPr id="111" name="Google Shape;111;p20"/>
          <p:cNvGrpSpPr/>
          <p:nvPr/>
        </p:nvGrpSpPr>
        <p:grpSpPr>
          <a:xfrm>
            <a:off x="1259675" y="777240"/>
            <a:ext cx="1191201" cy="1029400"/>
            <a:chOff x="1259675" y="814580"/>
            <a:chExt cx="1191201" cy="1029400"/>
          </a:xfrm>
        </p:grpSpPr>
        <p:sp>
          <p:nvSpPr>
            <p:cNvPr id="112" name="Google Shape;112;p20"/>
            <p:cNvSpPr/>
            <p:nvPr/>
          </p:nvSpPr>
          <p:spPr>
            <a:xfrm>
              <a:off x="1259675" y="814580"/>
              <a:ext cx="1191201" cy="1029400"/>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0"/>
            <p:cNvSpPr/>
            <p:nvPr/>
          </p:nvSpPr>
          <p:spPr>
            <a:xfrm>
              <a:off x="1638438" y="1048930"/>
              <a:ext cx="408300" cy="408300"/>
            </a:xfrm>
            <a:prstGeom prst="ellipse">
              <a:avLst/>
            </a:prstGeom>
            <a:solidFill>
              <a:schemeClr val="accent3"/>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1</a:t>
              </a:r>
              <a:endParaRPr>
                <a:solidFill>
                  <a:srgbClr val="FFFFFF"/>
                </a:solidFill>
              </a:endParaRPr>
            </a:p>
          </p:txBody>
        </p:sp>
      </p:grpSp>
      <p:grpSp>
        <p:nvGrpSpPr>
          <p:cNvPr id="114" name="Google Shape;114;p20"/>
          <p:cNvGrpSpPr/>
          <p:nvPr/>
        </p:nvGrpSpPr>
        <p:grpSpPr>
          <a:xfrm>
            <a:off x="2650943" y="874705"/>
            <a:ext cx="3657743" cy="834469"/>
            <a:chOff x="2650896" y="1140650"/>
            <a:chExt cx="3200405" cy="834469"/>
          </a:xfrm>
        </p:grpSpPr>
        <p:sp>
          <p:nvSpPr>
            <p:cNvPr id="115" name="Google Shape;115;p20"/>
            <p:cNvSpPr/>
            <p:nvPr/>
          </p:nvSpPr>
          <p:spPr>
            <a:xfrm>
              <a:off x="2650896" y="1140650"/>
              <a:ext cx="594061" cy="834469"/>
            </a:xfrm>
            <a:custGeom>
              <a:rect b="b" l="l" r="r" t="t"/>
              <a:pathLst>
                <a:path extrusionOk="0" h="2249" w="1389">
                  <a:moveTo>
                    <a:pt x="237" y="0"/>
                  </a:moveTo>
                  <a:cubicBezTo>
                    <a:pt x="190" y="0"/>
                    <a:pt x="143" y="21"/>
                    <a:pt x="108" y="62"/>
                  </a:cubicBezTo>
                  <a:lnTo>
                    <a:pt x="1" y="156"/>
                  </a:lnTo>
                  <a:lnTo>
                    <a:pt x="843" y="986"/>
                  </a:lnTo>
                  <a:cubicBezTo>
                    <a:pt x="912" y="1067"/>
                    <a:pt x="912" y="1192"/>
                    <a:pt x="843" y="1260"/>
                  </a:cubicBezTo>
                  <a:lnTo>
                    <a:pt x="1" y="2103"/>
                  </a:lnTo>
                  <a:lnTo>
                    <a:pt x="108" y="2197"/>
                  </a:lnTo>
                  <a:cubicBezTo>
                    <a:pt x="143" y="2232"/>
                    <a:pt x="190" y="2249"/>
                    <a:pt x="237" y="2249"/>
                  </a:cubicBezTo>
                  <a:cubicBezTo>
                    <a:pt x="285" y="2249"/>
                    <a:pt x="332" y="2232"/>
                    <a:pt x="366" y="2197"/>
                  </a:cubicBezTo>
                  <a:lnTo>
                    <a:pt x="1307" y="1260"/>
                  </a:lnTo>
                  <a:cubicBezTo>
                    <a:pt x="1389" y="1192"/>
                    <a:pt x="1389" y="1067"/>
                    <a:pt x="1307" y="986"/>
                  </a:cubicBezTo>
                  <a:lnTo>
                    <a:pt x="366" y="62"/>
                  </a:lnTo>
                  <a:cubicBezTo>
                    <a:pt x="332" y="21"/>
                    <a:pt x="285" y="0"/>
                    <a:pt x="2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16" name="Google Shape;116;p20"/>
            <p:cNvSpPr/>
            <p:nvPr/>
          </p:nvSpPr>
          <p:spPr>
            <a:xfrm>
              <a:off x="2720609" y="1421899"/>
              <a:ext cx="180913" cy="270859"/>
            </a:xfrm>
            <a:custGeom>
              <a:rect b="b" l="l" r="r" t="t"/>
              <a:pathLst>
                <a:path extrusionOk="0" h="730" w="423">
                  <a:moveTo>
                    <a:pt x="96" y="0"/>
                  </a:moveTo>
                  <a:cubicBezTo>
                    <a:pt x="46" y="0"/>
                    <a:pt x="1" y="38"/>
                    <a:pt x="1" y="94"/>
                  </a:cubicBezTo>
                  <a:lnTo>
                    <a:pt x="1" y="636"/>
                  </a:lnTo>
                  <a:cubicBezTo>
                    <a:pt x="1" y="692"/>
                    <a:pt x="46" y="730"/>
                    <a:pt x="96" y="730"/>
                  </a:cubicBezTo>
                  <a:cubicBezTo>
                    <a:pt x="119" y="730"/>
                    <a:pt x="143" y="722"/>
                    <a:pt x="164" y="705"/>
                  </a:cubicBezTo>
                  <a:lnTo>
                    <a:pt x="327" y="528"/>
                  </a:lnTo>
                  <a:cubicBezTo>
                    <a:pt x="422" y="447"/>
                    <a:pt x="422" y="296"/>
                    <a:pt x="327" y="202"/>
                  </a:cubicBezTo>
                  <a:lnTo>
                    <a:pt x="164" y="25"/>
                  </a:lnTo>
                  <a:cubicBezTo>
                    <a:pt x="143" y="8"/>
                    <a:pt x="119" y="0"/>
                    <a:pt x="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17" name="Google Shape;117;p20"/>
            <p:cNvSpPr/>
            <p:nvPr/>
          </p:nvSpPr>
          <p:spPr>
            <a:xfrm>
              <a:off x="2871584" y="1218940"/>
              <a:ext cx="2979716" cy="681600"/>
            </a:xfrm>
            <a:custGeom>
              <a:rect b="b" l="l" r="r" t="t"/>
              <a:pathLst>
                <a:path extrusionOk="0" h="1837" w="6967">
                  <a:moveTo>
                    <a:pt x="1" y="1"/>
                  </a:moveTo>
                  <a:lnTo>
                    <a:pt x="791" y="775"/>
                  </a:lnTo>
                  <a:cubicBezTo>
                    <a:pt x="830" y="817"/>
                    <a:pt x="843" y="870"/>
                    <a:pt x="843" y="912"/>
                  </a:cubicBezTo>
                  <a:cubicBezTo>
                    <a:pt x="843" y="968"/>
                    <a:pt x="830" y="1007"/>
                    <a:pt x="791" y="1049"/>
                  </a:cubicBezTo>
                  <a:lnTo>
                    <a:pt x="1" y="1836"/>
                  </a:lnTo>
                  <a:lnTo>
                    <a:pt x="6069" y="1836"/>
                  </a:lnTo>
                  <a:lnTo>
                    <a:pt x="6967" y="912"/>
                  </a:lnTo>
                  <a:lnTo>
                    <a:pt x="606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18" name="Google Shape;118;p20"/>
            <p:cNvSpPr txBox="1"/>
            <p:nvPr/>
          </p:nvSpPr>
          <p:spPr>
            <a:xfrm>
              <a:off x="3244945" y="1292465"/>
              <a:ext cx="2441400" cy="53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Fira Sans"/>
                  <a:ea typeface="Fira Sans"/>
                  <a:cs typeface="Fira Sans"/>
                  <a:sym typeface="Fira Sans"/>
                </a:rPr>
                <a:t>Take a quick look over your class notes.</a:t>
              </a:r>
              <a:endParaRPr sz="1300">
                <a:latin typeface="Fira Sans"/>
                <a:ea typeface="Fira Sans"/>
                <a:cs typeface="Fira Sans"/>
                <a:sym typeface="Fira Sans"/>
              </a:endParaRPr>
            </a:p>
          </p:txBody>
        </p:sp>
      </p:grpSp>
      <p:sp>
        <p:nvSpPr>
          <p:cNvPr id="119" name="Google Shape;119;p20"/>
          <p:cNvSpPr/>
          <p:nvPr/>
        </p:nvSpPr>
        <p:spPr>
          <a:xfrm>
            <a:off x="6718496" y="1572768"/>
            <a:ext cx="1191201" cy="1029400"/>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0"/>
          <p:cNvSpPr/>
          <p:nvPr/>
        </p:nvSpPr>
        <p:spPr>
          <a:xfrm>
            <a:off x="7141104" y="1807118"/>
            <a:ext cx="408300" cy="408300"/>
          </a:xfrm>
          <a:prstGeom prst="ellipse">
            <a:avLst/>
          </a:prstGeom>
          <a:solidFill>
            <a:schemeClr val="accent3"/>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2</a:t>
            </a:r>
            <a:endParaRPr>
              <a:solidFill>
                <a:srgbClr val="FFFFFF"/>
              </a:solidFill>
            </a:endParaRPr>
          </a:p>
        </p:txBody>
      </p:sp>
      <p:grpSp>
        <p:nvGrpSpPr>
          <p:cNvPr id="121" name="Google Shape;121;p20"/>
          <p:cNvGrpSpPr/>
          <p:nvPr/>
        </p:nvGrpSpPr>
        <p:grpSpPr>
          <a:xfrm>
            <a:off x="2852928" y="1669491"/>
            <a:ext cx="3657739" cy="835953"/>
            <a:chOff x="3310128" y="1957311"/>
            <a:chExt cx="3200401" cy="835953"/>
          </a:xfrm>
        </p:grpSpPr>
        <p:sp>
          <p:nvSpPr>
            <p:cNvPr id="122" name="Google Shape;122;p20"/>
            <p:cNvSpPr/>
            <p:nvPr/>
          </p:nvSpPr>
          <p:spPr>
            <a:xfrm>
              <a:off x="5916708" y="1957311"/>
              <a:ext cx="593822" cy="835953"/>
            </a:xfrm>
            <a:custGeom>
              <a:rect b="b" l="l" r="r" t="t"/>
              <a:pathLst>
                <a:path extrusionOk="0" h="2253" w="1389">
                  <a:moveTo>
                    <a:pt x="1149" y="1"/>
                  </a:moveTo>
                  <a:cubicBezTo>
                    <a:pt x="1102" y="1"/>
                    <a:pt x="1054" y="18"/>
                    <a:pt x="1019" y="52"/>
                  </a:cubicBezTo>
                  <a:lnTo>
                    <a:pt x="82" y="989"/>
                  </a:lnTo>
                  <a:cubicBezTo>
                    <a:pt x="0" y="1071"/>
                    <a:pt x="0" y="1195"/>
                    <a:pt x="82" y="1264"/>
                  </a:cubicBezTo>
                  <a:lnTo>
                    <a:pt x="1019" y="2201"/>
                  </a:lnTo>
                  <a:cubicBezTo>
                    <a:pt x="1054" y="2235"/>
                    <a:pt x="1102" y="2252"/>
                    <a:pt x="1149" y="2252"/>
                  </a:cubicBezTo>
                  <a:cubicBezTo>
                    <a:pt x="1197" y="2252"/>
                    <a:pt x="1245" y="2235"/>
                    <a:pt x="1277" y="2201"/>
                  </a:cubicBezTo>
                  <a:lnTo>
                    <a:pt x="1388" y="2106"/>
                  </a:lnTo>
                  <a:lnTo>
                    <a:pt x="542" y="1264"/>
                  </a:lnTo>
                  <a:cubicBezTo>
                    <a:pt x="477" y="1195"/>
                    <a:pt x="477" y="1071"/>
                    <a:pt x="542" y="989"/>
                  </a:cubicBezTo>
                  <a:lnTo>
                    <a:pt x="1388" y="160"/>
                  </a:lnTo>
                  <a:lnTo>
                    <a:pt x="1277" y="52"/>
                  </a:lnTo>
                  <a:cubicBezTo>
                    <a:pt x="1245" y="18"/>
                    <a:pt x="1197" y="1"/>
                    <a:pt x="1149" y="1"/>
                  </a:cubicBezTo>
                  <a:close/>
                </a:path>
              </a:pathLst>
            </a:custGeom>
            <a:solidFill>
              <a:srgbClr val="64D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23" name="Google Shape;123;p20"/>
            <p:cNvSpPr/>
            <p:nvPr/>
          </p:nvSpPr>
          <p:spPr>
            <a:xfrm>
              <a:off x="6260005" y="2239674"/>
              <a:ext cx="180412" cy="271230"/>
            </a:xfrm>
            <a:custGeom>
              <a:rect b="b" l="l" r="r" t="t"/>
              <a:pathLst>
                <a:path extrusionOk="0" h="731" w="422">
                  <a:moveTo>
                    <a:pt x="327" y="1"/>
                  </a:moveTo>
                  <a:cubicBezTo>
                    <a:pt x="304" y="1"/>
                    <a:pt x="280" y="8"/>
                    <a:pt x="259" y="26"/>
                  </a:cubicBezTo>
                  <a:lnTo>
                    <a:pt x="95" y="202"/>
                  </a:lnTo>
                  <a:cubicBezTo>
                    <a:pt x="1" y="297"/>
                    <a:pt x="1" y="447"/>
                    <a:pt x="95" y="529"/>
                  </a:cubicBezTo>
                  <a:lnTo>
                    <a:pt x="259" y="705"/>
                  </a:lnTo>
                  <a:cubicBezTo>
                    <a:pt x="280" y="722"/>
                    <a:pt x="304" y="730"/>
                    <a:pt x="327" y="730"/>
                  </a:cubicBezTo>
                  <a:cubicBezTo>
                    <a:pt x="377" y="730"/>
                    <a:pt x="422" y="693"/>
                    <a:pt x="422" y="637"/>
                  </a:cubicBezTo>
                  <a:lnTo>
                    <a:pt x="422" y="94"/>
                  </a:lnTo>
                  <a:cubicBezTo>
                    <a:pt x="422" y="38"/>
                    <a:pt x="377" y="1"/>
                    <a:pt x="327" y="1"/>
                  </a:cubicBezTo>
                  <a:close/>
                </a:path>
              </a:pathLst>
            </a:custGeom>
            <a:solidFill>
              <a:srgbClr val="64D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24" name="Google Shape;124;p20"/>
            <p:cNvSpPr/>
            <p:nvPr/>
          </p:nvSpPr>
          <p:spPr>
            <a:xfrm>
              <a:off x="3310128" y="2037085"/>
              <a:ext cx="2972529" cy="681229"/>
            </a:xfrm>
            <a:custGeom>
              <a:rect b="b" l="l" r="r" t="t"/>
              <a:pathLst>
                <a:path extrusionOk="0" h="1836" w="6953">
                  <a:moveTo>
                    <a:pt x="898" y="0"/>
                  </a:moveTo>
                  <a:lnTo>
                    <a:pt x="0" y="911"/>
                  </a:lnTo>
                  <a:lnTo>
                    <a:pt x="898" y="1836"/>
                  </a:lnTo>
                  <a:lnTo>
                    <a:pt x="6953" y="1836"/>
                  </a:lnTo>
                  <a:lnTo>
                    <a:pt x="6179" y="1049"/>
                  </a:lnTo>
                  <a:cubicBezTo>
                    <a:pt x="6136" y="1006"/>
                    <a:pt x="6123" y="967"/>
                    <a:pt x="6123" y="911"/>
                  </a:cubicBezTo>
                  <a:cubicBezTo>
                    <a:pt x="6123" y="869"/>
                    <a:pt x="6136" y="817"/>
                    <a:pt x="6179" y="774"/>
                  </a:cubicBezTo>
                  <a:lnTo>
                    <a:pt x="695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25" name="Google Shape;125;p20"/>
            <p:cNvSpPr txBox="1"/>
            <p:nvPr/>
          </p:nvSpPr>
          <p:spPr>
            <a:xfrm>
              <a:off x="3529584" y="2128542"/>
              <a:ext cx="2441400" cy="534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300">
                  <a:latin typeface="Fira Sans"/>
                  <a:ea typeface="Fira Sans"/>
                  <a:cs typeface="Fira Sans"/>
                  <a:sym typeface="Fira Sans"/>
                </a:rPr>
                <a:t>Put your notes away, and try the homework. </a:t>
              </a:r>
              <a:endParaRPr sz="1300">
                <a:latin typeface="Fira Sans"/>
                <a:ea typeface="Fira Sans"/>
                <a:cs typeface="Fira Sans"/>
                <a:sym typeface="Fira Sa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180000" y="307450"/>
            <a:ext cx="878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Tip: use homework as an opportunity to test yourself!</a:t>
            </a:r>
            <a:endParaRPr/>
          </a:p>
          <a:p>
            <a:pPr indent="0" lvl="0" marL="0" rtl="0" algn="ctr">
              <a:spcBef>
                <a:spcPts val="0"/>
              </a:spcBef>
              <a:spcAft>
                <a:spcPts val="0"/>
              </a:spcAft>
              <a:buNone/>
            </a:pPr>
            <a:r>
              <a:t/>
            </a:r>
            <a:endParaRPr/>
          </a:p>
        </p:txBody>
      </p:sp>
      <p:grpSp>
        <p:nvGrpSpPr>
          <p:cNvPr id="131" name="Google Shape;131;p21"/>
          <p:cNvGrpSpPr/>
          <p:nvPr/>
        </p:nvGrpSpPr>
        <p:grpSpPr>
          <a:xfrm>
            <a:off x="6718487" y="3218688"/>
            <a:ext cx="1191201" cy="1029400"/>
            <a:chOff x="6718487" y="3260855"/>
            <a:chExt cx="1191201" cy="1029400"/>
          </a:xfrm>
        </p:grpSpPr>
        <p:sp>
          <p:nvSpPr>
            <p:cNvPr id="132" name="Google Shape;132;p21"/>
            <p:cNvSpPr/>
            <p:nvPr/>
          </p:nvSpPr>
          <p:spPr>
            <a:xfrm>
              <a:off x="6718487" y="3260855"/>
              <a:ext cx="1191201" cy="1029400"/>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1"/>
            <p:cNvSpPr/>
            <p:nvPr/>
          </p:nvSpPr>
          <p:spPr>
            <a:xfrm>
              <a:off x="7141088" y="3516831"/>
              <a:ext cx="408300" cy="408300"/>
            </a:xfrm>
            <a:prstGeom prst="ellipse">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4</a:t>
              </a:r>
              <a:endParaRPr>
                <a:solidFill>
                  <a:srgbClr val="FFFFFF"/>
                </a:solidFill>
              </a:endParaRPr>
            </a:p>
          </p:txBody>
        </p:sp>
      </p:grpSp>
      <p:grpSp>
        <p:nvGrpSpPr>
          <p:cNvPr id="134" name="Google Shape;134;p21"/>
          <p:cNvGrpSpPr/>
          <p:nvPr/>
        </p:nvGrpSpPr>
        <p:grpSpPr>
          <a:xfrm>
            <a:off x="2852928" y="3314298"/>
            <a:ext cx="3657739" cy="838179"/>
            <a:chOff x="3310128" y="3629593"/>
            <a:chExt cx="3200402" cy="838179"/>
          </a:xfrm>
        </p:grpSpPr>
        <p:sp>
          <p:nvSpPr>
            <p:cNvPr id="135" name="Google Shape;135;p21"/>
            <p:cNvSpPr/>
            <p:nvPr/>
          </p:nvSpPr>
          <p:spPr>
            <a:xfrm>
              <a:off x="5916708" y="3629593"/>
              <a:ext cx="593822" cy="838179"/>
            </a:xfrm>
            <a:custGeom>
              <a:rect b="b" l="l" r="r" t="t"/>
              <a:pathLst>
                <a:path extrusionOk="0" h="2259" w="1389">
                  <a:moveTo>
                    <a:pt x="1149" y="0"/>
                  </a:moveTo>
                  <a:cubicBezTo>
                    <a:pt x="1102" y="0"/>
                    <a:pt x="1054" y="21"/>
                    <a:pt x="1019" y="62"/>
                  </a:cubicBezTo>
                  <a:lnTo>
                    <a:pt x="82" y="1002"/>
                  </a:lnTo>
                  <a:cubicBezTo>
                    <a:pt x="0" y="1067"/>
                    <a:pt x="0" y="1192"/>
                    <a:pt x="82" y="1260"/>
                  </a:cubicBezTo>
                  <a:lnTo>
                    <a:pt x="1019" y="2197"/>
                  </a:lnTo>
                  <a:cubicBezTo>
                    <a:pt x="1054" y="2238"/>
                    <a:pt x="1102" y="2259"/>
                    <a:pt x="1149" y="2259"/>
                  </a:cubicBezTo>
                  <a:cubicBezTo>
                    <a:pt x="1197" y="2259"/>
                    <a:pt x="1245" y="2238"/>
                    <a:pt x="1277" y="2197"/>
                  </a:cubicBezTo>
                  <a:lnTo>
                    <a:pt x="1388" y="2103"/>
                  </a:lnTo>
                  <a:lnTo>
                    <a:pt x="542" y="1260"/>
                  </a:lnTo>
                  <a:cubicBezTo>
                    <a:pt x="477" y="1192"/>
                    <a:pt x="477" y="1067"/>
                    <a:pt x="542" y="1002"/>
                  </a:cubicBezTo>
                  <a:lnTo>
                    <a:pt x="1388" y="156"/>
                  </a:lnTo>
                  <a:lnTo>
                    <a:pt x="1277" y="62"/>
                  </a:lnTo>
                  <a:cubicBezTo>
                    <a:pt x="1245" y="21"/>
                    <a:pt x="1197" y="0"/>
                    <a:pt x="114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36" name="Google Shape;136;p21"/>
            <p:cNvSpPr/>
            <p:nvPr/>
          </p:nvSpPr>
          <p:spPr>
            <a:xfrm>
              <a:off x="6260005" y="3912327"/>
              <a:ext cx="180412" cy="271230"/>
            </a:xfrm>
            <a:custGeom>
              <a:rect b="b" l="l" r="r" t="t"/>
              <a:pathLst>
                <a:path extrusionOk="0" h="731" w="422">
                  <a:moveTo>
                    <a:pt x="335" y="0"/>
                  </a:moveTo>
                  <a:cubicBezTo>
                    <a:pt x="310" y="0"/>
                    <a:pt x="283" y="11"/>
                    <a:pt x="259" y="34"/>
                  </a:cubicBezTo>
                  <a:lnTo>
                    <a:pt x="95" y="198"/>
                  </a:lnTo>
                  <a:cubicBezTo>
                    <a:pt x="1" y="292"/>
                    <a:pt x="1" y="443"/>
                    <a:pt x="95" y="537"/>
                  </a:cubicBezTo>
                  <a:lnTo>
                    <a:pt x="259" y="701"/>
                  </a:lnTo>
                  <a:cubicBezTo>
                    <a:pt x="283" y="721"/>
                    <a:pt x="312" y="730"/>
                    <a:pt x="337" y="730"/>
                  </a:cubicBezTo>
                  <a:cubicBezTo>
                    <a:pt x="383" y="730"/>
                    <a:pt x="422" y="701"/>
                    <a:pt x="422" y="648"/>
                  </a:cubicBezTo>
                  <a:lnTo>
                    <a:pt x="422" y="90"/>
                  </a:lnTo>
                  <a:cubicBezTo>
                    <a:pt x="422" y="37"/>
                    <a:pt x="382" y="0"/>
                    <a:pt x="3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37" name="Google Shape;137;p21"/>
            <p:cNvSpPr/>
            <p:nvPr/>
          </p:nvSpPr>
          <p:spPr>
            <a:xfrm>
              <a:off x="3310128" y="3707883"/>
              <a:ext cx="2972529" cy="681600"/>
            </a:xfrm>
            <a:custGeom>
              <a:rect b="b" l="l" r="r" t="t"/>
              <a:pathLst>
                <a:path extrusionOk="0" h="1837" w="6953">
                  <a:moveTo>
                    <a:pt x="898" y="1"/>
                  </a:moveTo>
                  <a:lnTo>
                    <a:pt x="0" y="912"/>
                  </a:lnTo>
                  <a:lnTo>
                    <a:pt x="898" y="1836"/>
                  </a:lnTo>
                  <a:lnTo>
                    <a:pt x="6953" y="1836"/>
                  </a:lnTo>
                  <a:lnTo>
                    <a:pt x="6179" y="1049"/>
                  </a:lnTo>
                  <a:cubicBezTo>
                    <a:pt x="6136" y="1020"/>
                    <a:pt x="6123" y="968"/>
                    <a:pt x="6123" y="912"/>
                  </a:cubicBezTo>
                  <a:cubicBezTo>
                    <a:pt x="6123" y="873"/>
                    <a:pt x="6136" y="817"/>
                    <a:pt x="6179" y="791"/>
                  </a:cubicBezTo>
                  <a:lnTo>
                    <a:pt x="695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38" name="Google Shape;138;p21"/>
            <p:cNvSpPr txBox="1"/>
            <p:nvPr/>
          </p:nvSpPr>
          <p:spPr>
            <a:xfrm>
              <a:off x="3474720" y="3800697"/>
              <a:ext cx="2441400" cy="534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300">
                  <a:latin typeface="Fira Sans"/>
                  <a:ea typeface="Fira Sans"/>
                  <a:cs typeface="Fira Sans"/>
                  <a:sym typeface="Fira Sans"/>
                </a:rPr>
                <a:t>Instead, try to understand the similar problem, then look away and try your problem again.  </a:t>
              </a:r>
              <a:endParaRPr sz="1300">
                <a:latin typeface="Fira Sans"/>
                <a:ea typeface="Fira Sans"/>
                <a:cs typeface="Fira Sans"/>
                <a:sym typeface="Fira Sans"/>
              </a:endParaRPr>
            </a:p>
          </p:txBody>
        </p:sp>
      </p:grpSp>
      <p:grpSp>
        <p:nvGrpSpPr>
          <p:cNvPr id="139" name="Google Shape;139;p21"/>
          <p:cNvGrpSpPr/>
          <p:nvPr/>
        </p:nvGrpSpPr>
        <p:grpSpPr>
          <a:xfrm>
            <a:off x="1259675" y="777240"/>
            <a:ext cx="1191201" cy="1029400"/>
            <a:chOff x="1259675" y="814580"/>
            <a:chExt cx="1191201" cy="1029400"/>
          </a:xfrm>
        </p:grpSpPr>
        <p:sp>
          <p:nvSpPr>
            <p:cNvPr id="140" name="Google Shape;140;p21"/>
            <p:cNvSpPr/>
            <p:nvPr/>
          </p:nvSpPr>
          <p:spPr>
            <a:xfrm>
              <a:off x="1259675" y="814580"/>
              <a:ext cx="1191201" cy="1029400"/>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1"/>
            <p:cNvSpPr/>
            <p:nvPr/>
          </p:nvSpPr>
          <p:spPr>
            <a:xfrm>
              <a:off x="1638438" y="1048930"/>
              <a:ext cx="408300" cy="408300"/>
            </a:xfrm>
            <a:prstGeom prst="ellipse">
              <a:avLst/>
            </a:prstGeom>
            <a:solidFill>
              <a:schemeClr val="accent3"/>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1</a:t>
              </a:r>
              <a:endParaRPr>
                <a:solidFill>
                  <a:srgbClr val="FFFFFF"/>
                </a:solidFill>
              </a:endParaRPr>
            </a:p>
          </p:txBody>
        </p:sp>
      </p:grpSp>
      <p:grpSp>
        <p:nvGrpSpPr>
          <p:cNvPr id="142" name="Google Shape;142;p21"/>
          <p:cNvGrpSpPr/>
          <p:nvPr/>
        </p:nvGrpSpPr>
        <p:grpSpPr>
          <a:xfrm>
            <a:off x="2650943" y="874705"/>
            <a:ext cx="3657743" cy="834469"/>
            <a:chOff x="2650896" y="1140650"/>
            <a:chExt cx="3200405" cy="834469"/>
          </a:xfrm>
        </p:grpSpPr>
        <p:sp>
          <p:nvSpPr>
            <p:cNvPr id="143" name="Google Shape;143;p21"/>
            <p:cNvSpPr/>
            <p:nvPr/>
          </p:nvSpPr>
          <p:spPr>
            <a:xfrm>
              <a:off x="2650896" y="1140650"/>
              <a:ext cx="594061" cy="834469"/>
            </a:xfrm>
            <a:custGeom>
              <a:rect b="b" l="l" r="r" t="t"/>
              <a:pathLst>
                <a:path extrusionOk="0" h="2249" w="1389">
                  <a:moveTo>
                    <a:pt x="237" y="0"/>
                  </a:moveTo>
                  <a:cubicBezTo>
                    <a:pt x="190" y="0"/>
                    <a:pt x="143" y="21"/>
                    <a:pt x="108" y="62"/>
                  </a:cubicBezTo>
                  <a:lnTo>
                    <a:pt x="1" y="156"/>
                  </a:lnTo>
                  <a:lnTo>
                    <a:pt x="843" y="986"/>
                  </a:lnTo>
                  <a:cubicBezTo>
                    <a:pt x="912" y="1067"/>
                    <a:pt x="912" y="1192"/>
                    <a:pt x="843" y="1260"/>
                  </a:cubicBezTo>
                  <a:lnTo>
                    <a:pt x="1" y="2103"/>
                  </a:lnTo>
                  <a:lnTo>
                    <a:pt x="108" y="2197"/>
                  </a:lnTo>
                  <a:cubicBezTo>
                    <a:pt x="143" y="2232"/>
                    <a:pt x="190" y="2249"/>
                    <a:pt x="237" y="2249"/>
                  </a:cubicBezTo>
                  <a:cubicBezTo>
                    <a:pt x="285" y="2249"/>
                    <a:pt x="332" y="2232"/>
                    <a:pt x="366" y="2197"/>
                  </a:cubicBezTo>
                  <a:lnTo>
                    <a:pt x="1307" y="1260"/>
                  </a:lnTo>
                  <a:cubicBezTo>
                    <a:pt x="1389" y="1192"/>
                    <a:pt x="1389" y="1067"/>
                    <a:pt x="1307" y="986"/>
                  </a:cubicBezTo>
                  <a:lnTo>
                    <a:pt x="366" y="62"/>
                  </a:lnTo>
                  <a:cubicBezTo>
                    <a:pt x="332" y="21"/>
                    <a:pt x="285" y="0"/>
                    <a:pt x="2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44" name="Google Shape;144;p21"/>
            <p:cNvSpPr/>
            <p:nvPr/>
          </p:nvSpPr>
          <p:spPr>
            <a:xfrm>
              <a:off x="2720609" y="1421899"/>
              <a:ext cx="180913" cy="270859"/>
            </a:xfrm>
            <a:custGeom>
              <a:rect b="b" l="l" r="r" t="t"/>
              <a:pathLst>
                <a:path extrusionOk="0" h="730" w="423">
                  <a:moveTo>
                    <a:pt x="96" y="0"/>
                  </a:moveTo>
                  <a:cubicBezTo>
                    <a:pt x="46" y="0"/>
                    <a:pt x="1" y="38"/>
                    <a:pt x="1" y="94"/>
                  </a:cubicBezTo>
                  <a:lnTo>
                    <a:pt x="1" y="636"/>
                  </a:lnTo>
                  <a:cubicBezTo>
                    <a:pt x="1" y="692"/>
                    <a:pt x="46" y="730"/>
                    <a:pt x="96" y="730"/>
                  </a:cubicBezTo>
                  <a:cubicBezTo>
                    <a:pt x="119" y="730"/>
                    <a:pt x="143" y="722"/>
                    <a:pt x="164" y="705"/>
                  </a:cubicBezTo>
                  <a:lnTo>
                    <a:pt x="327" y="528"/>
                  </a:lnTo>
                  <a:cubicBezTo>
                    <a:pt x="422" y="447"/>
                    <a:pt x="422" y="296"/>
                    <a:pt x="327" y="202"/>
                  </a:cubicBezTo>
                  <a:lnTo>
                    <a:pt x="164" y="25"/>
                  </a:lnTo>
                  <a:cubicBezTo>
                    <a:pt x="143" y="8"/>
                    <a:pt x="119" y="0"/>
                    <a:pt x="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45" name="Google Shape;145;p21"/>
            <p:cNvSpPr/>
            <p:nvPr/>
          </p:nvSpPr>
          <p:spPr>
            <a:xfrm>
              <a:off x="2871584" y="1218940"/>
              <a:ext cx="2979716" cy="681600"/>
            </a:xfrm>
            <a:custGeom>
              <a:rect b="b" l="l" r="r" t="t"/>
              <a:pathLst>
                <a:path extrusionOk="0" h="1837" w="6967">
                  <a:moveTo>
                    <a:pt x="1" y="1"/>
                  </a:moveTo>
                  <a:lnTo>
                    <a:pt x="791" y="775"/>
                  </a:lnTo>
                  <a:cubicBezTo>
                    <a:pt x="830" y="817"/>
                    <a:pt x="843" y="870"/>
                    <a:pt x="843" y="912"/>
                  </a:cubicBezTo>
                  <a:cubicBezTo>
                    <a:pt x="843" y="968"/>
                    <a:pt x="830" y="1007"/>
                    <a:pt x="791" y="1049"/>
                  </a:cubicBezTo>
                  <a:lnTo>
                    <a:pt x="1" y="1836"/>
                  </a:lnTo>
                  <a:lnTo>
                    <a:pt x="6069" y="1836"/>
                  </a:lnTo>
                  <a:lnTo>
                    <a:pt x="6967" y="912"/>
                  </a:lnTo>
                  <a:lnTo>
                    <a:pt x="606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46" name="Google Shape;146;p21"/>
            <p:cNvSpPr txBox="1"/>
            <p:nvPr/>
          </p:nvSpPr>
          <p:spPr>
            <a:xfrm>
              <a:off x="3244945" y="1292465"/>
              <a:ext cx="2441400" cy="53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Fira Sans"/>
                  <a:ea typeface="Fira Sans"/>
                  <a:cs typeface="Fira Sans"/>
                  <a:sym typeface="Fira Sans"/>
                </a:rPr>
                <a:t>Take a quick look over your class notes.</a:t>
              </a:r>
              <a:endParaRPr sz="1300">
                <a:latin typeface="Fira Sans"/>
                <a:ea typeface="Fira Sans"/>
                <a:cs typeface="Fira Sans"/>
                <a:sym typeface="Fira Sans"/>
              </a:endParaRPr>
            </a:p>
          </p:txBody>
        </p:sp>
      </p:grpSp>
      <p:grpSp>
        <p:nvGrpSpPr>
          <p:cNvPr id="147" name="Google Shape;147;p21"/>
          <p:cNvGrpSpPr/>
          <p:nvPr/>
        </p:nvGrpSpPr>
        <p:grpSpPr>
          <a:xfrm>
            <a:off x="1247004" y="2422920"/>
            <a:ext cx="1191201" cy="1029400"/>
            <a:chOff x="1247004" y="2487418"/>
            <a:chExt cx="1191201" cy="1029400"/>
          </a:xfrm>
        </p:grpSpPr>
        <p:sp>
          <p:nvSpPr>
            <p:cNvPr id="148" name="Google Shape;148;p21"/>
            <p:cNvSpPr/>
            <p:nvPr/>
          </p:nvSpPr>
          <p:spPr>
            <a:xfrm>
              <a:off x="1247004" y="2487418"/>
              <a:ext cx="1191201" cy="1029400"/>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1"/>
            <p:cNvSpPr/>
            <p:nvPr/>
          </p:nvSpPr>
          <p:spPr>
            <a:xfrm>
              <a:off x="1651121" y="2719319"/>
              <a:ext cx="408300" cy="408300"/>
            </a:xfrm>
            <a:prstGeom prst="ellipse">
              <a:avLst/>
            </a:prstGeom>
            <a:solidFill>
              <a:schemeClr val="accent1"/>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3</a:t>
              </a:r>
              <a:endParaRPr>
                <a:solidFill>
                  <a:srgbClr val="FFFFFF"/>
                </a:solidFill>
              </a:endParaRPr>
            </a:p>
          </p:txBody>
        </p:sp>
      </p:grpSp>
      <p:grpSp>
        <p:nvGrpSpPr>
          <p:cNvPr id="150" name="Google Shape;150;p21"/>
          <p:cNvGrpSpPr/>
          <p:nvPr/>
        </p:nvGrpSpPr>
        <p:grpSpPr>
          <a:xfrm>
            <a:off x="2650943" y="2471681"/>
            <a:ext cx="3657743" cy="838550"/>
            <a:chOff x="2650896" y="2811448"/>
            <a:chExt cx="3200405" cy="838550"/>
          </a:xfrm>
        </p:grpSpPr>
        <p:sp>
          <p:nvSpPr>
            <p:cNvPr id="151" name="Google Shape;151;p21"/>
            <p:cNvSpPr/>
            <p:nvPr/>
          </p:nvSpPr>
          <p:spPr>
            <a:xfrm>
              <a:off x="2650896" y="2811448"/>
              <a:ext cx="594061" cy="838550"/>
            </a:xfrm>
            <a:custGeom>
              <a:rect b="b" l="l" r="r" t="t"/>
              <a:pathLst>
                <a:path extrusionOk="0" h="2260" w="1389">
                  <a:moveTo>
                    <a:pt x="237" y="1"/>
                  </a:moveTo>
                  <a:cubicBezTo>
                    <a:pt x="190" y="1"/>
                    <a:pt x="143" y="21"/>
                    <a:pt x="108" y="62"/>
                  </a:cubicBezTo>
                  <a:lnTo>
                    <a:pt x="1" y="157"/>
                  </a:lnTo>
                  <a:lnTo>
                    <a:pt x="843" y="1003"/>
                  </a:lnTo>
                  <a:cubicBezTo>
                    <a:pt x="912" y="1068"/>
                    <a:pt x="912" y="1192"/>
                    <a:pt x="843" y="1261"/>
                  </a:cubicBezTo>
                  <a:lnTo>
                    <a:pt x="1" y="2103"/>
                  </a:lnTo>
                  <a:lnTo>
                    <a:pt x="108" y="2198"/>
                  </a:lnTo>
                  <a:cubicBezTo>
                    <a:pt x="143" y="2239"/>
                    <a:pt x="190" y="2259"/>
                    <a:pt x="237" y="2259"/>
                  </a:cubicBezTo>
                  <a:cubicBezTo>
                    <a:pt x="285" y="2259"/>
                    <a:pt x="332" y="2239"/>
                    <a:pt x="366" y="2198"/>
                  </a:cubicBezTo>
                  <a:lnTo>
                    <a:pt x="1307" y="1261"/>
                  </a:lnTo>
                  <a:cubicBezTo>
                    <a:pt x="1389" y="1192"/>
                    <a:pt x="1389" y="1068"/>
                    <a:pt x="1307" y="1003"/>
                  </a:cubicBezTo>
                  <a:lnTo>
                    <a:pt x="366" y="62"/>
                  </a:lnTo>
                  <a:cubicBezTo>
                    <a:pt x="332" y="21"/>
                    <a:pt x="285" y="1"/>
                    <a:pt x="2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52" name="Google Shape;152;p21"/>
            <p:cNvSpPr/>
            <p:nvPr/>
          </p:nvSpPr>
          <p:spPr>
            <a:xfrm>
              <a:off x="2720609" y="3094181"/>
              <a:ext cx="180913" cy="273456"/>
            </a:xfrm>
            <a:custGeom>
              <a:rect b="b" l="l" r="r" t="t"/>
              <a:pathLst>
                <a:path extrusionOk="0" h="737" w="423">
                  <a:moveTo>
                    <a:pt x="88" y="1"/>
                  </a:moveTo>
                  <a:cubicBezTo>
                    <a:pt x="41" y="1"/>
                    <a:pt x="1" y="37"/>
                    <a:pt x="1" y="91"/>
                  </a:cubicBezTo>
                  <a:lnTo>
                    <a:pt x="1" y="649"/>
                  </a:lnTo>
                  <a:cubicBezTo>
                    <a:pt x="1" y="701"/>
                    <a:pt x="40" y="736"/>
                    <a:pt x="86" y="736"/>
                  </a:cubicBezTo>
                  <a:cubicBezTo>
                    <a:pt x="112" y="736"/>
                    <a:pt x="140" y="726"/>
                    <a:pt x="164" y="701"/>
                  </a:cubicBezTo>
                  <a:lnTo>
                    <a:pt x="327" y="538"/>
                  </a:lnTo>
                  <a:cubicBezTo>
                    <a:pt x="422" y="443"/>
                    <a:pt x="422" y="293"/>
                    <a:pt x="327" y="198"/>
                  </a:cubicBezTo>
                  <a:lnTo>
                    <a:pt x="164" y="35"/>
                  </a:lnTo>
                  <a:cubicBezTo>
                    <a:pt x="140" y="11"/>
                    <a:pt x="113" y="1"/>
                    <a:pt x="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53" name="Google Shape;153;p21"/>
            <p:cNvSpPr/>
            <p:nvPr/>
          </p:nvSpPr>
          <p:spPr>
            <a:xfrm>
              <a:off x="2871584" y="2890109"/>
              <a:ext cx="2979716" cy="681229"/>
            </a:xfrm>
            <a:custGeom>
              <a:rect b="b" l="l" r="r" t="t"/>
              <a:pathLst>
                <a:path extrusionOk="0" h="1836" w="6967">
                  <a:moveTo>
                    <a:pt x="1" y="0"/>
                  </a:moveTo>
                  <a:lnTo>
                    <a:pt x="791" y="791"/>
                  </a:lnTo>
                  <a:cubicBezTo>
                    <a:pt x="830" y="817"/>
                    <a:pt x="843" y="872"/>
                    <a:pt x="843" y="912"/>
                  </a:cubicBezTo>
                  <a:cubicBezTo>
                    <a:pt x="843" y="967"/>
                    <a:pt x="830" y="1019"/>
                    <a:pt x="791" y="1049"/>
                  </a:cubicBezTo>
                  <a:lnTo>
                    <a:pt x="1" y="1836"/>
                  </a:lnTo>
                  <a:lnTo>
                    <a:pt x="6069" y="1836"/>
                  </a:lnTo>
                  <a:lnTo>
                    <a:pt x="6967" y="912"/>
                  </a:lnTo>
                  <a:lnTo>
                    <a:pt x="606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54" name="Google Shape;154;p21"/>
            <p:cNvSpPr txBox="1"/>
            <p:nvPr/>
          </p:nvSpPr>
          <p:spPr>
            <a:xfrm>
              <a:off x="3185539" y="2964620"/>
              <a:ext cx="2441400" cy="53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Fira Sans"/>
                  <a:ea typeface="Fira Sans"/>
                  <a:cs typeface="Fira Sans"/>
                  <a:sym typeface="Fira Sans"/>
                </a:rPr>
                <a:t>If you get stuck, look back at your notes for something similar, but don’t </a:t>
              </a:r>
              <a:r>
                <a:rPr lang="en" sz="1300">
                  <a:latin typeface="Fira Sans"/>
                  <a:ea typeface="Fira Sans"/>
                  <a:cs typeface="Fira Sans"/>
                  <a:sym typeface="Fira Sans"/>
                </a:rPr>
                <a:t>follow</a:t>
              </a:r>
              <a:r>
                <a:rPr lang="en" sz="1300">
                  <a:latin typeface="Fira Sans"/>
                  <a:ea typeface="Fira Sans"/>
                  <a:cs typeface="Fira Sans"/>
                  <a:sym typeface="Fira Sans"/>
                </a:rPr>
                <a:t> it line by line. </a:t>
              </a:r>
              <a:endParaRPr sz="1300">
                <a:latin typeface="Fira Sans"/>
                <a:ea typeface="Fira Sans"/>
                <a:cs typeface="Fira Sans"/>
                <a:sym typeface="Fira Sans"/>
              </a:endParaRPr>
            </a:p>
          </p:txBody>
        </p:sp>
      </p:grpSp>
      <p:sp>
        <p:nvSpPr>
          <p:cNvPr id="155" name="Google Shape;155;p21"/>
          <p:cNvSpPr/>
          <p:nvPr/>
        </p:nvSpPr>
        <p:spPr>
          <a:xfrm>
            <a:off x="6718496" y="1572768"/>
            <a:ext cx="1191201" cy="1029400"/>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1"/>
          <p:cNvSpPr/>
          <p:nvPr/>
        </p:nvSpPr>
        <p:spPr>
          <a:xfrm>
            <a:off x="7141104" y="1807118"/>
            <a:ext cx="408300" cy="408300"/>
          </a:xfrm>
          <a:prstGeom prst="ellipse">
            <a:avLst/>
          </a:prstGeom>
          <a:solidFill>
            <a:schemeClr val="accent3"/>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2</a:t>
            </a:r>
            <a:endParaRPr>
              <a:solidFill>
                <a:srgbClr val="FFFFFF"/>
              </a:solidFill>
            </a:endParaRPr>
          </a:p>
        </p:txBody>
      </p:sp>
      <p:grpSp>
        <p:nvGrpSpPr>
          <p:cNvPr id="157" name="Google Shape;157;p21"/>
          <p:cNvGrpSpPr/>
          <p:nvPr/>
        </p:nvGrpSpPr>
        <p:grpSpPr>
          <a:xfrm>
            <a:off x="2852928" y="1669491"/>
            <a:ext cx="3657739" cy="835953"/>
            <a:chOff x="3310128" y="1957311"/>
            <a:chExt cx="3200401" cy="835953"/>
          </a:xfrm>
        </p:grpSpPr>
        <p:sp>
          <p:nvSpPr>
            <p:cNvPr id="158" name="Google Shape;158;p21"/>
            <p:cNvSpPr/>
            <p:nvPr/>
          </p:nvSpPr>
          <p:spPr>
            <a:xfrm>
              <a:off x="5916708" y="1957311"/>
              <a:ext cx="593822" cy="835953"/>
            </a:xfrm>
            <a:custGeom>
              <a:rect b="b" l="l" r="r" t="t"/>
              <a:pathLst>
                <a:path extrusionOk="0" h="2253" w="1389">
                  <a:moveTo>
                    <a:pt x="1149" y="1"/>
                  </a:moveTo>
                  <a:cubicBezTo>
                    <a:pt x="1102" y="1"/>
                    <a:pt x="1054" y="18"/>
                    <a:pt x="1019" y="52"/>
                  </a:cubicBezTo>
                  <a:lnTo>
                    <a:pt x="82" y="989"/>
                  </a:lnTo>
                  <a:cubicBezTo>
                    <a:pt x="0" y="1071"/>
                    <a:pt x="0" y="1195"/>
                    <a:pt x="82" y="1264"/>
                  </a:cubicBezTo>
                  <a:lnTo>
                    <a:pt x="1019" y="2201"/>
                  </a:lnTo>
                  <a:cubicBezTo>
                    <a:pt x="1054" y="2235"/>
                    <a:pt x="1102" y="2252"/>
                    <a:pt x="1149" y="2252"/>
                  </a:cubicBezTo>
                  <a:cubicBezTo>
                    <a:pt x="1197" y="2252"/>
                    <a:pt x="1245" y="2235"/>
                    <a:pt x="1277" y="2201"/>
                  </a:cubicBezTo>
                  <a:lnTo>
                    <a:pt x="1388" y="2106"/>
                  </a:lnTo>
                  <a:lnTo>
                    <a:pt x="542" y="1264"/>
                  </a:lnTo>
                  <a:cubicBezTo>
                    <a:pt x="477" y="1195"/>
                    <a:pt x="477" y="1071"/>
                    <a:pt x="542" y="989"/>
                  </a:cubicBezTo>
                  <a:lnTo>
                    <a:pt x="1388" y="160"/>
                  </a:lnTo>
                  <a:lnTo>
                    <a:pt x="1277" y="52"/>
                  </a:lnTo>
                  <a:cubicBezTo>
                    <a:pt x="1245" y="18"/>
                    <a:pt x="1197" y="1"/>
                    <a:pt x="1149" y="1"/>
                  </a:cubicBezTo>
                  <a:close/>
                </a:path>
              </a:pathLst>
            </a:custGeom>
            <a:solidFill>
              <a:srgbClr val="64D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59" name="Google Shape;159;p21"/>
            <p:cNvSpPr/>
            <p:nvPr/>
          </p:nvSpPr>
          <p:spPr>
            <a:xfrm>
              <a:off x="6260005" y="2239674"/>
              <a:ext cx="180412" cy="271230"/>
            </a:xfrm>
            <a:custGeom>
              <a:rect b="b" l="l" r="r" t="t"/>
              <a:pathLst>
                <a:path extrusionOk="0" h="731" w="422">
                  <a:moveTo>
                    <a:pt x="327" y="1"/>
                  </a:moveTo>
                  <a:cubicBezTo>
                    <a:pt x="304" y="1"/>
                    <a:pt x="280" y="8"/>
                    <a:pt x="259" y="26"/>
                  </a:cubicBezTo>
                  <a:lnTo>
                    <a:pt x="95" y="202"/>
                  </a:lnTo>
                  <a:cubicBezTo>
                    <a:pt x="1" y="297"/>
                    <a:pt x="1" y="447"/>
                    <a:pt x="95" y="529"/>
                  </a:cubicBezTo>
                  <a:lnTo>
                    <a:pt x="259" y="705"/>
                  </a:lnTo>
                  <a:cubicBezTo>
                    <a:pt x="280" y="722"/>
                    <a:pt x="304" y="730"/>
                    <a:pt x="327" y="730"/>
                  </a:cubicBezTo>
                  <a:cubicBezTo>
                    <a:pt x="377" y="730"/>
                    <a:pt x="422" y="693"/>
                    <a:pt x="422" y="637"/>
                  </a:cubicBezTo>
                  <a:lnTo>
                    <a:pt x="422" y="94"/>
                  </a:lnTo>
                  <a:cubicBezTo>
                    <a:pt x="422" y="38"/>
                    <a:pt x="377" y="1"/>
                    <a:pt x="327" y="1"/>
                  </a:cubicBezTo>
                  <a:close/>
                </a:path>
              </a:pathLst>
            </a:custGeom>
            <a:solidFill>
              <a:srgbClr val="64D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60" name="Google Shape;160;p21"/>
            <p:cNvSpPr/>
            <p:nvPr/>
          </p:nvSpPr>
          <p:spPr>
            <a:xfrm>
              <a:off x="3310128" y="2037085"/>
              <a:ext cx="2972529" cy="681229"/>
            </a:xfrm>
            <a:custGeom>
              <a:rect b="b" l="l" r="r" t="t"/>
              <a:pathLst>
                <a:path extrusionOk="0" h="1836" w="6953">
                  <a:moveTo>
                    <a:pt x="898" y="0"/>
                  </a:moveTo>
                  <a:lnTo>
                    <a:pt x="0" y="911"/>
                  </a:lnTo>
                  <a:lnTo>
                    <a:pt x="898" y="1836"/>
                  </a:lnTo>
                  <a:lnTo>
                    <a:pt x="6953" y="1836"/>
                  </a:lnTo>
                  <a:lnTo>
                    <a:pt x="6179" y="1049"/>
                  </a:lnTo>
                  <a:cubicBezTo>
                    <a:pt x="6136" y="1006"/>
                    <a:pt x="6123" y="967"/>
                    <a:pt x="6123" y="911"/>
                  </a:cubicBezTo>
                  <a:cubicBezTo>
                    <a:pt x="6123" y="869"/>
                    <a:pt x="6136" y="817"/>
                    <a:pt x="6179" y="774"/>
                  </a:cubicBezTo>
                  <a:lnTo>
                    <a:pt x="695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61" name="Google Shape;161;p21"/>
            <p:cNvSpPr txBox="1"/>
            <p:nvPr/>
          </p:nvSpPr>
          <p:spPr>
            <a:xfrm>
              <a:off x="3529584" y="2128542"/>
              <a:ext cx="2441400" cy="534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300">
                  <a:latin typeface="Fira Sans"/>
                  <a:ea typeface="Fira Sans"/>
                  <a:cs typeface="Fira Sans"/>
                  <a:sym typeface="Fira Sans"/>
                </a:rPr>
                <a:t>Put your notes away, and try the homework. </a:t>
              </a:r>
              <a:endParaRPr sz="1300">
                <a:latin typeface="Fira Sans"/>
                <a:ea typeface="Fira Sans"/>
                <a:cs typeface="Fira Sans"/>
                <a:sym typeface="Fira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type="title"/>
          </p:nvPr>
        </p:nvSpPr>
        <p:spPr>
          <a:xfrm>
            <a:off x="180000" y="307450"/>
            <a:ext cx="878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Tip: use homework as an opportunity to test yourself!</a:t>
            </a:r>
            <a:endParaRPr/>
          </a:p>
          <a:p>
            <a:pPr indent="0" lvl="0" marL="0" rtl="0" algn="ctr">
              <a:spcBef>
                <a:spcPts val="0"/>
              </a:spcBef>
              <a:spcAft>
                <a:spcPts val="0"/>
              </a:spcAft>
              <a:buNone/>
            </a:pPr>
            <a:r>
              <a:t/>
            </a:r>
            <a:endParaRPr/>
          </a:p>
        </p:txBody>
      </p:sp>
      <p:grpSp>
        <p:nvGrpSpPr>
          <p:cNvPr id="167" name="Google Shape;167;p22"/>
          <p:cNvGrpSpPr/>
          <p:nvPr/>
        </p:nvGrpSpPr>
        <p:grpSpPr>
          <a:xfrm>
            <a:off x="6718487" y="3218688"/>
            <a:ext cx="1191201" cy="1029400"/>
            <a:chOff x="6718487" y="3260855"/>
            <a:chExt cx="1191201" cy="1029400"/>
          </a:xfrm>
        </p:grpSpPr>
        <p:sp>
          <p:nvSpPr>
            <p:cNvPr id="168" name="Google Shape;168;p22"/>
            <p:cNvSpPr/>
            <p:nvPr/>
          </p:nvSpPr>
          <p:spPr>
            <a:xfrm>
              <a:off x="6718487" y="3260855"/>
              <a:ext cx="1191201" cy="1029400"/>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2"/>
            <p:cNvSpPr/>
            <p:nvPr/>
          </p:nvSpPr>
          <p:spPr>
            <a:xfrm>
              <a:off x="7141088" y="3516831"/>
              <a:ext cx="408300" cy="408300"/>
            </a:xfrm>
            <a:prstGeom prst="ellipse">
              <a:avLst/>
            </a:prstGeom>
            <a:solidFill>
              <a:schemeClr val="accent2"/>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4</a:t>
              </a:r>
              <a:endParaRPr>
                <a:solidFill>
                  <a:srgbClr val="FFFFFF"/>
                </a:solidFill>
              </a:endParaRPr>
            </a:p>
          </p:txBody>
        </p:sp>
      </p:grpSp>
      <p:grpSp>
        <p:nvGrpSpPr>
          <p:cNvPr id="170" name="Google Shape;170;p22"/>
          <p:cNvGrpSpPr/>
          <p:nvPr/>
        </p:nvGrpSpPr>
        <p:grpSpPr>
          <a:xfrm>
            <a:off x="2852928" y="3314298"/>
            <a:ext cx="3657739" cy="838179"/>
            <a:chOff x="3310128" y="3629593"/>
            <a:chExt cx="3200402" cy="838179"/>
          </a:xfrm>
        </p:grpSpPr>
        <p:sp>
          <p:nvSpPr>
            <p:cNvPr id="171" name="Google Shape;171;p22"/>
            <p:cNvSpPr/>
            <p:nvPr/>
          </p:nvSpPr>
          <p:spPr>
            <a:xfrm>
              <a:off x="5916708" y="3629593"/>
              <a:ext cx="593822" cy="838179"/>
            </a:xfrm>
            <a:custGeom>
              <a:rect b="b" l="l" r="r" t="t"/>
              <a:pathLst>
                <a:path extrusionOk="0" h="2259" w="1389">
                  <a:moveTo>
                    <a:pt x="1149" y="0"/>
                  </a:moveTo>
                  <a:cubicBezTo>
                    <a:pt x="1102" y="0"/>
                    <a:pt x="1054" y="21"/>
                    <a:pt x="1019" y="62"/>
                  </a:cubicBezTo>
                  <a:lnTo>
                    <a:pt x="82" y="1002"/>
                  </a:lnTo>
                  <a:cubicBezTo>
                    <a:pt x="0" y="1067"/>
                    <a:pt x="0" y="1192"/>
                    <a:pt x="82" y="1260"/>
                  </a:cubicBezTo>
                  <a:lnTo>
                    <a:pt x="1019" y="2197"/>
                  </a:lnTo>
                  <a:cubicBezTo>
                    <a:pt x="1054" y="2238"/>
                    <a:pt x="1102" y="2259"/>
                    <a:pt x="1149" y="2259"/>
                  </a:cubicBezTo>
                  <a:cubicBezTo>
                    <a:pt x="1197" y="2259"/>
                    <a:pt x="1245" y="2238"/>
                    <a:pt x="1277" y="2197"/>
                  </a:cubicBezTo>
                  <a:lnTo>
                    <a:pt x="1388" y="2103"/>
                  </a:lnTo>
                  <a:lnTo>
                    <a:pt x="542" y="1260"/>
                  </a:lnTo>
                  <a:cubicBezTo>
                    <a:pt x="477" y="1192"/>
                    <a:pt x="477" y="1067"/>
                    <a:pt x="542" y="1002"/>
                  </a:cubicBezTo>
                  <a:lnTo>
                    <a:pt x="1388" y="156"/>
                  </a:lnTo>
                  <a:lnTo>
                    <a:pt x="1277" y="62"/>
                  </a:lnTo>
                  <a:cubicBezTo>
                    <a:pt x="1245" y="21"/>
                    <a:pt x="1197" y="0"/>
                    <a:pt x="114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72" name="Google Shape;172;p22"/>
            <p:cNvSpPr/>
            <p:nvPr/>
          </p:nvSpPr>
          <p:spPr>
            <a:xfrm>
              <a:off x="6260005" y="3912327"/>
              <a:ext cx="180412" cy="271230"/>
            </a:xfrm>
            <a:custGeom>
              <a:rect b="b" l="l" r="r" t="t"/>
              <a:pathLst>
                <a:path extrusionOk="0" h="731" w="422">
                  <a:moveTo>
                    <a:pt x="335" y="0"/>
                  </a:moveTo>
                  <a:cubicBezTo>
                    <a:pt x="310" y="0"/>
                    <a:pt x="283" y="11"/>
                    <a:pt x="259" y="34"/>
                  </a:cubicBezTo>
                  <a:lnTo>
                    <a:pt x="95" y="198"/>
                  </a:lnTo>
                  <a:cubicBezTo>
                    <a:pt x="1" y="292"/>
                    <a:pt x="1" y="443"/>
                    <a:pt x="95" y="537"/>
                  </a:cubicBezTo>
                  <a:lnTo>
                    <a:pt x="259" y="701"/>
                  </a:lnTo>
                  <a:cubicBezTo>
                    <a:pt x="283" y="721"/>
                    <a:pt x="312" y="730"/>
                    <a:pt x="337" y="730"/>
                  </a:cubicBezTo>
                  <a:cubicBezTo>
                    <a:pt x="383" y="730"/>
                    <a:pt x="422" y="701"/>
                    <a:pt x="422" y="648"/>
                  </a:cubicBezTo>
                  <a:lnTo>
                    <a:pt x="422" y="90"/>
                  </a:lnTo>
                  <a:cubicBezTo>
                    <a:pt x="422" y="37"/>
                    <a:pt x="382" y="0"/>
                    <a:pt x="3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73" name="Google Shape;173;p22"/>
            <p:cNvSpPr/>
            <p:nvPr/>
          </p:nvSpPr>
          <p:spPr>
            <a:xfrm>
              <a:off x="3310128" y="3707883"/>
              <a:ext cx="2972529" cy="681600"/>
            </a:xfrm>
            <a:custGeom>
              <a:rect b="b" l="l" r="r" t="t"/>
              <a:pathLst>
                <a:path extrusionOk="0" h="1837" w="6953">
                  <a:moveTo>
                    <a:pt x="898" y="1"/>
                  </a:moveTo>
                  <a:lnTo>
                    <a:pt x="0" y="912"/>
                  </a:lnTo>
                  <a:lnTo>
                    <a:pt x="898" y="1836"/>
                  </a:lnTo>
                  <a:lnTo>
                    <a:pt x="6953" y="1836"/>
                  </a:lnTo>
                  <a:lnTo>
                    <a:pt x="6179" y="1049"/>
                  </a:lnTo>
                  <a:cubicBezTo>
                    <a:pt x="6136" y="1020"/>
                    <a:pt x="6123" y="968"/>
                    <a:pt x="6123" y="912"/>
                  </a:cubicBezTo>
                  <a:cubicBezTo>
                    <a:pt x="6123" y="873"/>
                    <a:pt x="6136" y="817"/>
                    <a:pt x="6179" y="791"/>
                  </a:cubicBezTo>
                  <a:lnTo>
                    <a:pt x="695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74" name="Google Shape;174;p22"/>
            <p:cNvSpPr txBox="1"/>
            <p:nvPr/>
          </p:nvSpPr>
          <p:spPr>
            <a:xfrm>
              <a:off x="3474720" y="3800697"/>
              <a:ext cx="2441400" cy="534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300">
                  <a:latin typeface="Fira Sans"/>
                  <a:ea typeface="Fira Sans"/>
                  <a:cs typeface="Fira Sans"/>
                  <a:sym typeface="Fira Sans"/>
                </a:rPr>
                <a:t>Instead, try to understand the similar problem, then look away and try your problem again.  </a:t>
              </a:r>
              <a:endParaRPr sz="1300">
                <a:latin typeface="Fira Sans"/>
                <a:ea typeface="Fira Sans"/>
                <a:cs typeface="Fira Sans"/>
                <a:sym typeface="Fira Sans"/>
              </a:endParaRPr>
            </a:p>
          </p:txBody>
        </p:sp>
      </p:grpSp>
      <p:grpSp>
        <p:nvGrpSpPr>
          <p:cNvPr id="175" name="Google Shape;175;p22"/>
          <p:cNvGrpSpPr/>
          <p:nvPr/>
        </p:nvGrpSpPr>
        <p:grpSpPr>
          <a:xfrm>
            <a:off x="1259675" y="777240"/>
            <a:ext cx="1191201" cy="1029400"/>
            <a:chOff x="1259675" y="814580"/>
            <a:chExt cx="1191201" cy="1029400"/>
          </a:xfrm>
        </p:grpSpPr>
        <p:sp>
          <p:nvSpPr>
            <p:cNvPr id="176" name="Google Shape;176;p22"/>
            <p:cNvSpPr/>
            <p:nvPr/>
          </p:nvSpPr>
          <p:spPr>
            <a:xfrm>
              <a:off x="1259675" y="814580"/>
              <a:ext cx="1191201" cy="1029400"/>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2"/>
            <p:cNvSpPr/>
            <p:nvPr/>
          </p:nvSpPr>
          <p:spPr>
            <a:xfrm>
              <a:off x="1638438" y="1048930"/>
              <a:ext cx="408300" cy="408300"/>
            </a:xfrm>
            <a:prstGeom prst="ellipse">
              <a:avLst/>
            </a:prstGeom>
            <a:solidFill>
              <a:schemeClr val="accent3"/>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1</a:t>
              </a:r>
              <a:endParaRPr>
                <a:solidFill>
                  <a:srgbClr val="FFFFFF"/>
                </a:solidFill>
              </a:endParaRPr>
            </a:p>
          </p:txBody>
        </p:sp>
      </p:grpSp>
      <p:grpSp>
        <p:nvGrpSpPr>
          <p:cNvPr id="178" name="Google Shape;178;p22"/>
          <p:cNvGrpSpPr/>
          <p:nvPr/>
        </p:nvGrpSpPr>
        <p:grpSpPr>
          <a:xfrm>
            <a:off x="2650943" y="874705"/>
            <a:ext cx="3657743" cy="834469"/>
            <a:chOff x="2650896" y="1140650"/>
            <a:chExt cx="3200405" cy="834469"/>
          </a:xfrm>
        </p:grpSpPr>
        <p:sp>
          <p:nvSpPr>
            <p:cNvPr id="179" name="Google Shape;179;p22"/>
            <p:cNvSpPr/>
            <p:nvPr/>
          </p:nvSpPr>
          <p:spPr>
            <a:xfrm>
              <a:off x="2650896" y="1140650"/>
              <a:ext cx="594061" cy="834469"/>
            </a:xfrm>
            <a:custGeom>
              <a:rect b="b" l="l" r="r" t="t"/>
              <a:pathLst>
                <a:path extrusionOk="0" h="2249" w="1389">
                  <a:moveTo>
                    <a:pt x="237" y="0"/>
                  </a:moveTo>
                  <a:cubicBezTo>
                    <a:pt x="190" y="0"/>
                    <a:pt x="143" y="21"/>
                    <a:pt x="108" y="62"/>
                  </a:cubicBezTo>
                  <a:lnTo>
                    <a:pt x="1" y="156"/>
                  </a:lnTo>
                  <a:lnTo>
                    <a:pt x="843" y="986"/>
                  </a:lnTo>
                  <a:cubicBezTo>
                    <a:pt x="912" y="1067"/>
                    <a:pt x="912" y="1192"/>
                    <a:pt x="843" y="1260"/>
                  </a:cubicBezTo>
                  <a:lnTo>
                    <a:pt x="1" y="2103"/>
                  </a:lnTo>
                  <a:lnTo>
                    <a:pt x="108" y="2197"/>
                  </a:lnTo>
                  <a:cubicBezTo>
                    <a:pt x="143" y="2232"/>
                    <a:pt x="190" y="2249"/>
                    <a:pt x="237" y="2249"/>
                  </a:cubicBezTo>
                  <a:cubicBezTo>
                    <a:pt x="285" y="2249"/>
                    <a:pt x="332" y="2232"/>
                    <a:pt x="366" y="2197"/>
                  </a:cubicBezTo>
                  <a:lnTo>
                    <a:pt x="1307" y="1260"/>
                  </a:lnTo>
                  <a:cubicBezTo>
                    <a:pt x="1389" y="1192"/>
                    <a:pt x="1389" y="1067"/>
                    <a:pt x="1307" y="986"/>
                  </a:cubicBezTo>
                  <a:lnTo>
                    <a:pt x="366" y="62"/>
                  </a:lnTo>
                  <a:cubicBezTo>
                    <a:pt x="332" y="21"/>
                    <a:pt x="285" y="0"/>
                    <a:pt x="2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80" name="Google Shape;180;p22"/>
            <p:cNvSpPr/>
            <p:nvPr/>
          </p:nvSpPr>
          <p:spPr>
            <a:xfrm>
              <a:off x="2720609" y="1421899"/>
              <a:ext cx="180913" cy="270859"/>
            </a:xfrm>
            <a:custGeom>
              <a:rect b="b" l="l" r="r" t="t"/>
              <a:pathLst>
                <a:path extrusionOk="0" h="730" w="423">
                  <a:moveTo>
                    <a:pt x="96" y="0"/>
                  </a:moveTo>
                  <a:cubicBezTo>
                    <a:pt x="46" y="0"/>
                    <a:pt x="1" y="38"/>
                    <a:pt x="1" y="94"/>
                  </a:cubicBezTo>
                  <a:lnTo>
                    <a:pt x="1" y="636"/>
                  </a:lnTo>
                  <a:cubicBezTo>
                    <a:pt x="1" y="692"/>
                    <a:pt x="46" y="730"/>
                    <a:pt x="96" y="730"/>
                  </a:cubicBezTo>
                  <a:cubicBezTo>
                    <a:pt x="119" y="730"/>
                    <a:pt x="143" y="722"/>
                    <a:pt x="164" y="705"/>
                  </a:cubicBezTo>
                  <a:lnTo>
                    <a:pt x="327" y="528"/>
                  </a:lnTo>
                  <a:cubicBezTo>
                    <a:pt x="422" y="447"/>
                    <a:pt x="422" y="296"/>
                    <a:pt x="327" y="202"/>
                  </a:cubicBezTo>
                  <a:lnTo>
                    <a:pt x="164" y="25"/>
                  </a:lnTo>
                  <a:cubicBezTo>
                    <a:pt x="143" y="8"/>
                    <a:pt x="119" y="0"/>
                    <a:pt x="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81" name="Google Shape;181;p22"/>
            <p:cNvSpPr/>
            <p:nvPr/>
          </p:nvSpPr>
          <p:spPr>
            <a:xfrm>
              <a:off x="2871584" y="1218940"/>
              <a:ext cx="2979716" cy="681600"/>
            </a:xfrm>
            <a:custGeom>
              <a:rect b="b" l="l" r="r" t="t"/>
              <a:pathLst>
                <a:path extrusionOk="0" h="1837" w="6967">
                  <a:moveTo>
                    <a:pt x="1" y="1"/>
                  </a:moveTo>
                  <a:lnTo>
                    <a:pt x="791" y="775"/>
                  </a:lnTo>
                  <a:cubicBezTo>
                    <a:pt x="830" y="817"/>
                    <a:pt x="843" y="870"/>
                    <a:pt x="843" y="912"/>
                  </a:cubicBezTo>
                  <a:cubicBezTo>
                    <a:pt x="843" y="968"/>
                    <a:pt x="830" y="1007"/>
                    <a:pt x="791" y="1049"/>
                  </a:cubicBezTo>
                  <a:lnTo>
                    <a:pt x="1" y="1836"/>
                  </a:lnTo>
                  <a:lnTo>
                    <a:pt x="6069" y="1836"/>
                  </a:lnTo>
                  <a:lnTo>
                    <a:pt x="6967" y="912"/>
                  </a:lnTo>
                  <a:lnTo>
                    <a:pt x="606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82" name="Google Shape;182;p22"/>
            <p:cNvSpPr txBox="1"/>
            <p:nvPr/>
          </p:nvSpPr>
          <p:spPr>
            <a:xfrm>
              <a:off x="3244945" y="1292465"/>
              <a:ext cx="2441400" cy="53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Fira Sans"/>
                  <a:ea typeface="Fira Sans"/>
                  <a:cs typeface="Fira Sans"/>
                  <a:sym typeface="Fira Sans"/>
                </a:rPr>
                <a:t>Take a quick look over your class notes.</a:t>
              </a:r>
              <a:endParaRPr sz="1300">
                <a:latin typeface="Fira Sans"/>
                <a:ea typeface="Fira Sans"/>
                <a:cs typeface="Fira Sans"/>
                <a:sym typeface="Fira Sans"/>
              </a:endParaRPr>
            </a:p>
          </p:txBody>
        </p:sp>
      </p:grpSp>
      <p:grpSp>
        <p:nvGrpSpPr>
          <p:cNvPr id="183" name="Google Shape;183;p22"/>
          <p:cNvGrpSpPr/>
          <p:nvPr/>
        </p:nvGrpSpPr>
        <p:grpSpPr>
          <a:xfrm>
            <a:off x="1247004" y="2422920"/>
            <a:ext cx="1191201" cy="1029400"/>
            <a:chOff x="1247004" y="2487418"/>
            <a:chExt cx="1191201" cy="1029400"/>
          </a:xfrm>
        </p:grpSpPr>
        <p:sp>
          <p:nvSpPr>
            <p:cNvPr id="184" name="Google Shape;184;p22"/>
            <p:cNvSpPr/>
            <p:nvPr/>
          </p:nvSpPr>
          <p:spPr>
            <a:xfrm>
              <a:off x="1247004" y="2487418"/>
              <a:ext cx="1191201" cy="1029400"/>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2"/>
            <p:cNvSpPr/>
            <p:nvPr/>
          </p:nvSpPr>
          <p:spPr>
            <a:xfrm>
              <a:off x="1651121" y="2719319"/>
              <a:ext cx="408300" cy="408300"/>
            </a:xfrm>
            <a:prstGeom prst="ellipse">
              <a:avLst/>
            </a:prstGeom>
            <a:solidFill>
              <a:schemeClr val="accent1"/>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3</a:t>
              </a:r>
              <a:endParaRPr>
                <a:solidFill>
                  <a:srgbClr val="FFFFFF"/>
                </a:solidFill>
              </a:endParaRPr>
            </a:p>
          </p:txBody>
        </p:sp>
      </p:grpSp>
      <p:grpSp>
        <p:nvGrpSpPr>
          <p:cNvPr id="186" name="Google Shape;186;p22"/>
          <p:cNvGrpSpPr/>
          <p:nvPr/>
        </p:nvGrpSpPr>
        <p:grpSpPr>
          <a:xfrm>
            <a:off x="2650943" y="2471681"/>
            <a:ext cx="3657743" cy="838550"/>
            <a:chOff x="2650896" y="2811448"/>
            <a:chExt cx="3200405" cy="838550"/>
          </a:xfrm>
        </p:grpSpPr>
        <p:sp>
          <p:nvSpPr>
            <p:cNvPr id="187" name="Google Shape;187;p22"/>
            <p:cNvSpPr/>
            <p:nvPr/>
          </p:nvSpPr>
          <p:spPr>
            <a:xfrm>
              <a:off x="2650896" y="2811448"/>
              <a:ext cx="594061" cy="838550"/>
            </a:xfrm>
            <a:custGeom>
              <a:rect b="b" l="l" r="r" t="t"/>
              <a:pathLst>
                <a:path extrusionOk="0" h="2260" w="1389">
                  <a:moveTo>
                    <a:pt x="237" y="1"/>
                  </a:moveTo>
                  <a:cubicBezTo>
                    <a:pt x="190" y="1"/>
                    <a:pt x="143" y="21"/>
                    <a:pt x="108" y="62"/>
                  </a:cubicBezTo>
                  <a:lnTo>
                    <a:pt x="1" y="157"/>
                  </a:lnTo>
                  <a:lnTo>
                    <a:pt x="843" y="1003"/>
                  </a:lnTo>
                  <a:cubicBezTo>
                    <a:pt x="912" y="1068"/>
                    <a:pt x="912" y="1192"/>
                    <a:pt x="843" y="1261"/>
                  </a:cubicBezTo>
                  <a:lnTo>
                    <a:pt x="1" y="2103"/>
                  </a:lnTo>
                  <a:lnTo>
                    <a:pt x="108" y="2198"/>
                  </a:lnTo>
                  <a:cubicBezTo>
                    <a:pt x="143" y="2239"/>
                    <a:pt x="190" y="2259"/>
                    <a:pt x="237" y="2259"/>
                  </a:cubicBezTo>
                  <a:cubicBezTo>
                    <a:pt x="285" y="2259"/>
                    <a:pt x="332" y="2239"/>
                    <a:pt x="366" y="2198"/>
                  </a:cubicBezTo>
                  <a:lnTo>
                    <a:pt x="1307" y="1261"/>
                  </a:lnTo>
                  <a:cubicBezTo>
                    <a:pt x="1389" y="1192"/>
                    <a:pt x="1389" y="1068"/>
                    <a:pt x="1307" y="1003"/>
                  </a:cubicBezTo>
                  <a:lnTo>
                    <a:pt x="366" y="62"/>
                  </a:lnTo>
                  <a:cubicBezTo>
                    <a:pt x="332" y="21"/>
                    <a:pt x="285" y="1"/>
                    <a:pt x="2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88" name="Google Shape;188;p22"/>
            <p:cNvSpPr/>
            <p:nvPr/>
          </p:nvSpPr>
          <p:spPr>
            <a:xfrm>
              <a:off x="2720609" y="3094181"/>
              <a:ext cx="180913" cy="273456"/>
            </a:xfrm>
            <a:custGeom>
              <a:rect b="b" l="l" r="r" t="t"/>
              <a:pathLst>
                <a:path extrusionOk="0" h="737" w="423">
                  <a:moveTo>
                    <a:pt x="88" y="1"/>
                  </a:moveTo>
                  <a:cubicBezTo>
                    <a:pt x="41" y="1"/>
                    <a:pt x="1" y="37"/>
                    <a:pt x="1" y="91"/>
                  </a:cubicBezTo>
                  <a:lnTo>
                    <a:pt x="1" y="649"/>
                  </a:lnTo>
                  <a:cubicBezTo>
                    <a:pt x="1" y="701"/>
                    <a:pt x="40" y="736"/>
                    <a:pt x="86" y="736"/>
                  </a:cubicBezTo>
                  <a:cubicBezTo>
                    <a:pt x="112" y="736"/>
                    <a:pt x="140" y="726"/>
                    <a:pt x="164" y="701"/>
                  </a:cubicBezTo>
                  <a:lnTo>
                    <a:pt x="327" y="538"/>
                  </a:lnTo>
                  <a:cubicBezTo>
                    <a:pt x="422" y="443"/>
                    <a:pt x="422" y="293"/>
                    <a:pt x="327" y="198"/>
                  </a:cubicBezTo>
                  <a:lnTo>
                    <a:pt x="164" y="35"/>
                  </a:lnTo>
                  <a:cubicBezTo>
                    <a:pt x="140" y="11"/>
                    <a:pt x="113" y="1"/>
                    <a:pt x="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89" name="Google Shape;189;p22"/>
            <p:cNvSpPr/>
            <p:nvPr/>
          </p:nvSpPr>
          <p:spPr>
            <a:xfrm>
              <a:off x="2871584" y="2890109"/>
              <a:ext cx="2979716" cy="681229"/>
            </a:xfrm>
            <a:custGeom>
              <a:rect b="b" l="l" r="r" t="t"/>
              <a:pathLst>
                <a:path extrusionOk="0" h="1836" w="6967">
                  <a:moveTo>
                    <a:pt x="1" y="0"/>
                  </a:moveTo>
                  <a:lnTo>
                    <a:pt x="791" y="791"/>
                  </a:lnTo>
                  <a:cubicBezTo>
                    <a:pt x="830" y="817"/>
                    <a:pt x="843" y="872"/>
                    <a:pt x="843" y="912"/>
                  </a:cubicBezTo>
                  <a:cubicBezTo>
                    <a:pt x="843" y="967"/>
                    <a:pt x="830" y="1019"/>
                    <a:pt x="791" y="1049"/>
                  </a:cubicBezTo>
                  <a:lnTo>
                    <a:pt x="1" y="1836"/>
                  </a:lnTo>
                  <a:lnTo>
                    <a:pt x="6069" y="1836"/>
                  </a:lnTo>
                  <a:lnTo>
                    <a:pt x="6967" y="912"/>
                  </a:lnTo>
                  <a:lnTo>
                    <a:pt x="606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90" name="Google Shape;190;p22"/>
            <p:cNvSpPr txBox="1"/>
            <p:nvPr/>
          </p:nvSpPr>
          <p:spPr>
            <a:xfrm>
              <a:off x="3185539" y="2964620"/>
              <a:ext cx="2441400" cy="53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Fira Sans"/>
                  <a:ea typeface="Fira Sans"/>
                  <a:cs typeface="Fira Sans"/>
                  <a:sym typeface="Fira Sans"/>
                </a:rPr>
                <a:t>If you get stuck, look back at your notes for something similar, but don’t follow it line by line. </a:t>
              </a:r>
              <a:endParaRPr sz="1300">
                <a:latin typeface="Fira Sans"/>
                <a:ea typeface="Fira Sans"/>
                <a:cs typeface="Fira Sans"/>
                <a:sym typeface="Fira Sans"/>
              </a:endParaRPr>
            </a:p>
          </p:txBody>
        </p:sp>
      </p:grpSp>
      <p:sp>
        <p:nvSpPr>
          <p:cNvPr id="191" name="Google Shape;191;p22"/>
          <p:cNvSpPr/>
          <p:nvPr/>
        </p:nvSpPr>
        <p:spPr>
          <a:xfrm>
            <a:off x="6718496" y="1572768"/>
            <a:ext cx="1191201" cy="1029400"/>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2"/>
          <p:cNvSpPr/>
          <p:nvPr/>
        </p:nvSpPr>
        <p:spPr>
          <a:xfrm>
            <a:off x="7141104" y="1807118"/>
            <a:ext cx="408300" cy="408300"/>
          </a:xfrm>
          <a:prstGeom prst="ellipse">
            <a:avLst/>
          </a:prstGeom>
          <a:solidFill>
            <a:schemeClr val="accent3"/>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2</a:t>
            </a:r>
            <a:endParaRPr>
              <a:solidFill>
                <a:srgbClr val="FFFFFF"/>
              </a:solidFill>
            </a:endParaRPr>
          </a:p>
        </p:txBody>
      </p:sp>
      <p:grpSp>
        <p:nvGrpSpPr>
          <p:cNvPr id="193" name="Google Shape;193;p22"/>
          <p:cNvGrpSpPr/>
          <p:nvPr/>
        </p:nvGrpSpPr>
        <p:grpSpPr>
          <a:xfrm>
            <a:off x="2852928" y="1669491"/>
            <a:ext cx="3657739" cy="835953"/>
            <a:chOff x="3310128" y="1957311"/>
            <a:chExt cx="3200401" cy="835953"/>
          </a:xfrm>
        </p:grpSpPr>
        <p:sp>
          <p:nvSpPr>
            <p:cNvPr id="194" name="Google Shape;194;p22"/>
            <p:cNvSpPr/>
            <p:nvPr/>
          </p:nvSpPr>
          <p:spPr>
            <a:xfrm>
              <a:off x="5916708" y="1957311"/>
              <a:ext cx="593822" cy="835953"/>
            </a:xfrm>
            <a:custGeom>
              <a:rect b="b" l="l" r="r" t="t"/>
              <a:pathLst>
                <a:path extrusionOk="0" h="2253" w="1389">
                  <a:moveTo>
                    <a:pt x="1149" y="1"/>
                  </a:moveTo>
                  <a:cubicBezTo>
                    <a:pt x="1102" y="1"/>
                    <a:pt x="1054" y="18"/>
                    <a:pt x="1019" y="52"/>
                  </a:cubicBezTo>
                  <a:lnTo>
                    <a:pt x="82" y="989"/>
                  </a:lnTo>
                  <a:cubicBezTo>
                    <a:pt x="0" y="1071"/>
                    <a:pt x="0" y="1195"/>
                    <a:pt x="82" y="1264"/>
                  </a:cubicBezTo>
                  <a:lnTo>
                    <a:pt x="1019" y="2201"/>
                  </a:lnTo>
                  <a:cubicBezTo>
                    <a:pt x="1054" y="2235"/>
                    <a:pt x="1102" y="2252"/>
                    <a:pt x="1149" y="2252"/>
                  </a:cubicBezTo>
                  <a:cubicBezTo>
                    <a:pt x="1197" y="2252"/>
                    <a:pt x="1245" y="2235"/>
                    <a:pt x="1277" y="2201"/>
                  </a:cubicBezTo>
                  <a:lnTo>
                    <a:pt x="1388" y="2106"/>
                  </a:lnTo>
                  <a:lnTo>
                    <a:pt x="542" y="1264"/>
                  </a:lnTo>
                  <a:cubicBezTo>
                    <a:pt x="477" y="1195"/>
                    <a:pt x="477" y="1071"/>
                    <a:pt x="542" y="989"/>
                  </a:cubicBezTo>
                  <a:lnTo>
                    <a:pt x="1388" y="160"/>
                  </a:lnTo>
                  <a:lnTo>
                    <a:pt x="1277" y="52"/>
                  </a:lnTo>
                  <a:cubicBezTo>
                    <a:pt x="1245" y="18"/>
                    <a:pt x="1197" y="1"/>
                    <a:pt x="1149" y="1"/>
                  </a:cubicBezTo>
                  <a:close/>
                </a:path>
              </a:pathLst>
            </a:custGeom>
            <a:solidFill>
              <a:srgbClr val="64D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95" name="Google Shape;195;p22"/>
            <p:cNvSpPr/>
            <p:nvPr/>
          </p:nvSpPr>
          <p:spPr>
            <a:xfrm>
              <a:off x="6260005" y="2239674"/>
              <a:ext cx="180412" cy="271230"/>
            </a:xfrm>
            <a:custGeom>
              <a:rect b="b" l="l" r="r" t="t"/>
              <a:pathLst>
                <a:path extrusionOk="0" h="731" w="422">
                  <a:moveTo>
                    <a:pt x="327" y="1"/>
                  </a:moveTo>
                  <a:cubicBezTo>
                    <a:pt x="304" y="1"/>
                    <a:pt x="280" y="8"/>
                    <a:pt x="259" y="26"/>
                  </a:cubicBezTo>
                  <a:lnTo>
                    <a:pt x="95" y="202"/>
                  </a:lnTo>
                  <a:cubicBezTo>
                    <a:pt x="1" y="297"/>
                    <a:pt x="1" y="447"/>
                    <a:pt x="95" y="529"/>
                  </a:cubicBezTo>
                  <a:lnTo>
                    <a:pt x="259" y="705"/>
                  </a:lnTo>
                  <a:cubicBezTo>
                    <a:pt x="280" y="722"/>
                    <a:pt x="304" y="730"/>
                    <a:pt x="327" y="730"/>
                  </a:cubicBezTo>
                  <a:cubicBezTo>
                    <a:pt x="377" y="730"/>
                    <a:pt x="422" y="693"/>
                    <a:pt x="422" y="637"/>
                  </a:cubicBezTo>
                  <a:lnTo>
                    <a:pt x="422" y="94"/>
                  </a:lnTo>
                  <a:cubicBezTo>
                    <a:pt x="422" y="38"/>
                    <a:pt x="377" y="1"/>
                    <a:pt x="327" y="1"/>
                  </a:cubicBezTo>
                  <a:close/>
                </a:path>
              </a:pathLst>
            </a:custGeom>
            <a:solidFill>
              <a:srgbClr val="64D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96" name="Google Shape;196;p22"/>
            <p:cNvSpPr/>
            <p:nvPr/>
          </p:nvSpPr>
          <p:spPr>
            <a:xfrm>
              <a:off x="3310128" y="2037085"/>
              <a:ext cx="2972529" cy="681229"/>
            </a:xfrm>
            <a:custGeom>
              <a:rect b="b" l="l" r="r" t="t"/>
              <a:pathLst>
                <a:path extrusionOk="0" h="1836" w="6953">
                  <a:moveTo>
                    <a:pt x="898" y="0"/>
                  </a:moveTo>
                  <a:lnTo>
                    <a:pt x="0" y="911"/>
                  </a:lnTo>
                  <a:lnTo>
                    <a:pt x="898" y="1836"/>
                  </a:lnTo>
                  <a:lnTo>
                    <a:pt x="6953" y="1836"/>
                  </a:lnTo>
                  <a:lnTo>
                    <a:pt x="6179" y="1049"/>
                  </a:lnTo>
                  <a:cubicBezTo>
                    <a:pt x="6136" y="1006"/>
                    <a:pt x="6123" y="967"/>
                    <a:pt x="6123" y="911"/>
                  </a:cubicBezTo>
                  <a:cubicBezTo>
                    <a:pt x="6123" y="869"/>
                    <a:pt x="6136" y="817"/>
                    <a:pt x="6179" y="774"/>
                  </a:cubicBezTo>
                  <a:lnTo>
                    <a:pt x="695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97" name="Google Shape;197;p22"/>
            <p:cNvSpPr txBox="1"/>
            <p:nvPr/>
          </p:nvSpPr>
          <p:spPr>
            <a:xfrm>
              <a:off x="3529584" y="2128542"/>
              <a:ext cx="2441400" cy="534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300">
                  <a:latin typeface="Fira Sans"/>
                  <a:ea typeface="Fira Sans"/>
                  <a:cs typeface="Fira Sans"/>
                  <a:sym typeface="Fira Sans"/>
                </a:rPr>
                <a:t>Put your notes away, and try the homework. </a:t>
              </a:r>
              <a:endParaRPr sz="1300">
                <a:latin typeface="Fira Sans"/>
                <a:ea typeface="Fira Sans"/>
                <a:cs typeface="Fira Sans"/>
                <a:sym typeface="Fira Sans"/>
              </a:endParaRPr>
            </a:p>
          </p:txBody>
        </p:sp>
      </p:grpSp>
      <p:grpSp>
        <p:nvGrpSpPr>
          <p:cNvPr id="198" name="Google Shape;198;p22"/>
          <p:cNvGrpSpPr/>
          <p:nvPr/>
        </p:nvGrpSpPr>
        <p:grpSpPr>
          <a:xfrm>
            <a:off x="2651780" y="4166065"/>
            <a:ext cx="3657626" cy="834469"/>
            <a:chOff x="2651760" y="4242816"/>
            <a:chExt cx="3428917" cy="834469"/>
          </a:xfrm>
        </p:grpSpPr>
        <p:sp>
          <p:nvSpPr>
            <p:cNvPr id="199" name="Google Shape;199;p22"/>
            <p:cNvSpPr/>
            <p:nvPr/>
          </p:nvSpPr>
          <p:spPr>
            <a:xfrm>
              <a:off x="2651760" y="4242816"/>
              <a:ext cx="636478" cy="834469"/>
            </a:xfrm>
            <a:custGeom>
              <a:rect b="b" l="l" r="r" t="t"/>
              <a:pathLst>
                <a:path extrusionOk="0" h="2249" w="1389">
                  <a:moveTo>
                    <a:pt x="237" y="0"/>
                  </a:moveTo>
                  <a:cubicBezTo>
                    <a:pt x="190" y="0"/>
                    <a:pt x="143" y="21"/>
                    <a:pt x="108" y="62"/>
                  </a:cubicBezTo>
                  <a:lnTo>
                    <a:pt x="1" y="156"/>
                  </a:lnTo>
                  <a:lnTo>
                    <a:pt x="843" y="986"/>
                  </a:lnTo>
                  <a:cubicBezTo>
                    <a:pt x="912" y="1067"/>
                    <a:pt x="912" y="1192"/>
                    <a:pt x="843" y="1260"/>
                  </a:cubicBezTo>
                  <a:lnTo>
                    <a:pt x="1" y="2103"/>
                  </a:lnTo>
                  <a:lnTo>
                    <a:pt x="108" y="2197"/>
                  </a:lnTo>
                  <a:cubicBezTo>
                    <a:pt x="143" y="2232"/>
                    <a:pt x="190" y="2249"/>
                    <a:pt x="237" y="2249"/>
                  </a:cubicBezTo>
                  <a:cubicBezTo>
                    <a:pt x="285" y="2249"/>
                    <a:pt x="332" y="2232"/>
                    <a:pt x="366" y="2197"/>
                  </a:cubicBezTo>
                  <a:lnTo>
                    <a:pt x="1307" y="1260"/>
                  </a:lnTo>
                  <a:cubicBezTo>
                    <a:pt x="1389" y="1192"/>
                    <a:pt x="1389" y="1067"/>
                    <a:pt x="1307" y="986"/>
                  </a:cubicBezTo>
                  <a:lnTo>
                    <a:pt x="366" y="62"/>
                  </a:lnTo>
                  <a:cubicBezTo>
                    <a:pt x="332" y="21"/>
                    <a:pt x="285" y="0"/>
                    <a:pt x="2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00" name="Google Shape;200;p22"/>
            <p:cNvSpPr/>
            <p:nvPr/>
          </p:nvSpPr>
          <p:spPr>
            <a:xfrm>
              <a:off x="2726451" y="4524065"/>
              <a:ext cx="193830" cy="270859"/>
            </a:xfrm>
            <a:custGeom>
              <a:rect b="b" l="l" r="r" t="t"/>
              <a:pathLst>
                <a:path extrusionOk="0" h="730" w="423">
                  <a:moveTo>
                    <a:pt x="96" y="0"/>
                  </a:moveTo>
                  <a:cubicBezTo>
                    <a:pt x="46" y="0"/>
                    <a:pt x="1" y="38"/>
                    <a:pt x="1" y="94"/>
                  </a:cubicBezTo>
                  <a:lnTo>
                    <a:pt x="1" y="636"/>
                  </a:lnTo>
                  <a:cubicBezTo>
                    <a:pt x="1" y="692"/>
                    <a:pt x="46" y="730"/>
                    <a:pt x="96" y="730"/>
                  </a:cubicBezTo>
                  <a:cubicBezTo>
                    <a:pt x="119" y="730"/>
                    <a:pt x="143" y="722"/>
                    <a:pt x="164" y="705"/>
                  </a:cubicBezTo>
                  <a:lnTo>
                    <a:pt x="327" y="528"/>
                  </a:lnTo>
                  <a:cubicBezTo>
                    <a:pt x="422" y="447"/>
                    <a:pt x="422" y="296"/>
                    <a:pt x="327" y="202"/>
                  </a:cubicBezTo>
                  <a:lnTo>
                    <a:pt x="164" y="25"/>
                  </a:lnTo>
                  <a:cubicBezTo>
                    <a:pt x="143" y="8"/>
                    <a:pt x="119" y="0"/>
                    <a:pt x="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01" name="Google Shape;201;p22"/>
            <p:cNvSpPr/>
            <p:nvPr/>
          </p:nvSpPr>
          <p:spPr>
            <a:xfrm>
              <a:off x="2888206" y="4321106"/>
              <a:ext cx="3192471" cy="681600"/>
            </a:xfrm>
            <a:custGeom>
              <a:rect b="b" l="l" r="r" t="t"/>
              <a:pathLst>
                <a:path extrusionOk="0" h="1837" w="6967">
                  <a:moveTo>
                    <a:pt x="1" y="1"/>
                  </a:moveTo>
                  <a:lnTo>
                    <a:pt x="791" y="775"/>
                  </a:lnTo>
                  <a:cubicBezTo>
                    <a:pt x="830" y="817"/>
                    <a:pt x="843" y="870"/>
                    <a:pt x="843" y="912"/>
                  </a:cubicBezTo>
                  <a:cubicBezTo>
                    <a:pt x="843" y="968"/>
                    <a:pt x="830" y="1007"/>
                    <a:pt x="791" y="1049"/>
                  </a:cubicBezTo>
                  <a:lnTo>
                    <a:pt x="1" y="1836"/>
                  </a:lnTo>
                  <a:lnTo>
                    <a:pt x="6069" y="1836"/>
                  </a:lnTo>
                  <a:lnTo>
                    <a:pt x="6967" y="912"/>
                  </a:lnTo>
                  <a:lnTo>
                    <a:pt x="606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02" name="Google Shape;202;p22"/>
            <p:cNvSpPr txBox="1"/>
            <p:nvPr/>
          </p:nvSpPr>
          <p:spPr>
            <a:xfrm>
              <a:off x="3288224" y="4394631"/>
              <a:ext cx="2615700" cy="53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Fira Sans"/>
                  <a:ea typeface="Fira Sans"/>
                  <a:cs typeface="Fira Sans"/>
                  <a:sym typeface="Fira Sans"/>
                </a:rPr>
                <a:t>If you’re still unsure, talk with someone else!</a:t>
              </a:r>
              <a:endParaRPr sz="1300">
                <a:latin typeface="Fira Sans"/>
                <a:ea typeface="Fira Sans"/>
                <a:cs typeface="Fira Sans"/>
                <a:sym typeface="Fira Sans"/>
              </a:endParaRPr>
            </a:p>
          </p:txBody>
        </p:sp>
      </p:grpSp>
      <p:grpSp>
        <p:nvGrpSpPr>
          <p:cNvPr id="203" name="Google Shape;203;p22"/>
          <p:cNvGrpSpPr/>
          <p:nvPr/>
        </p:nvGrpSpPr>
        <p:grpSpPr>
          <a:xfrm>
            <a:off x="1246999" y="4068600"/>
            <a:ext cx="1191201" cy="1029400"/>
            <a:chOff x="1246999" y="4144800"/>
            <a:chExt cx="1191201" cy="1029400"/>
          </a:xfrm>
        </p:grpSpPr>
        <p:sp>
          <p:nvSpPr>
            <p:cNvPr id="204" name="Google Shape;204;p22"/>
            <p:cNvSpPr/>
            <p:nvPr/>
          </p:nvSpPr>
          <p:spPr>
            <a:xfrm>
              <a:off x="1246999" y="4144800"/>
              <a:ext cx="1191201" cy="1029400"/>
            </a:xfrm>
            <a:custGeom>
              <a:rect b="b" l="l" r="r" t="t"/>
              <a:pathLst>
                <a:path extrusionOk="0" h="14947" w="17297">
                  <a:moveTo>
                    <a:pt x="10412" y="0"/>
                  </a:moveTo>
                  <a:cubicBezTo>
                    <a:pt x="9523" y="0"/>
                    <a:pt x="8727" y="233"/>
                    <a:pt x="8192" y="633"/>
                  </a:cubicBezTo>
                  <a:cubicBezTo>
                    <a:pt x="7863" y="454"/>
                    <a:pt x="7486" y="355"/>
                    <a:pt x="7094" y="355"/>
                  </a:cubicBezTo>
                  <a:cubicBezTo>
                    <a:pt x="6855" y="355"/>
                    <a:pt x="6611" y="392"/>
                    <a:pt x="6369" y="469"/>
                  </a:cubicBezTo>
                  <a:cubicBezTo>
                    <a:pt x="5866" y="633"/>
                    <a:pt x="5458" y="943"/>
                    <a:pt x="5184" y="1351"/>
                  </a:cubicBezTo>
                  <a:cubicBezTo>
                    <a:pt x="5017" y="1316"/>
                    <a:pt x="4843" y="1299"/>
                    <a:pt x="4665" y="1299"/>
                  </a:cubicBezTo>
                  <a:cubicBezTo>
                    <a:pt x="4005" y="1299"/>
                    <a:pt x="3292" y="1540"/>
                    <a:pt x="2682" y="2034"/>
                  </a:cubicBezTo>
                  <a:cubicBezTo>
                    <a:pt x="1960" y="2605"/>
                    <a:pt x="1539" y="3392"/>
                    <a:pt x="1458" y="4156"/>
                  </a:cubicBezTo>
                  <a:cubicBezTo>
                    <a:pt x="736" y="4346"/>
                    <a:pt x="164" y="4944"/>
                    <a:pt x="53" y="5721"/>
                  </a:cubicBezTo>
                  <a:cubicBezTo>
                    <a:pt x="1" y="6237"/>
                    <a:pt x="151" y="6727"/>
                    <a:pt x="448" y="7096"/>
                  </a:cubicBezTo>
                  <a:cubicBezTo>
                    <a:pt x="259" y="7693"/>
                    <a:pt x="259" y="8347"/>
                    <a:pt x="517" y="8944"/>
                  </a:cubicBezTo>
                  <a:cubicBezTo>
                    <a:pt x="955" y="9974"/>
                    <a:pt x="1994" y="10584"/>
                    <a:pt x="3113" y="10584"/>
                  </a:cubicBezTo>
                  <a:cubicBezTo>
                    <a:pt x="3520" y="10584"/>
                    <a:pt x="3938" y="10503"/>
                    <a:pt x="4341" y="10332"/>
                  </a:cubicBezTo>
                  <a:cubicBezTo>
                    <a:pt x="4449" y="10280"/>
                    <a:pt x="4573" y="10224"/>
                    <a:pt x="4681" y="10156"/>
                  </a:cubicBezTo>
                  <a:cubicBezTo>
                    <a:pt x="4694" y="10224"/>
                    <a:pt x="4723" y="10293"/>
                    <a:pt x="4749" y="10348"/>
                  </a:cubicBezTo>
                  <a:cubicBezTo>
                    <a:pt x="5188" y="11377"/>
                    <a:pt x="6228" y="11986"/>
                    <a:pt x="7343" y="11986"/>
                  </a:cubicBezTo>
                  <a:cubicBezTo>
                    <a:pt x="7747" y="11986"/>
                    <a:pt x="8162" y="11906"/>
                    <a:pt x="8561" y="11736"/>
                  </a:cubicBezTo>
                  <a:cubicBezTo>
                    <a:pt x="8613" y="11707"/>
                    <a:pt x="8668" y="11681"/>
                    <a:pt x="8724" y="11668"/>
                  </a:cubicBezTo>
                  <a:cubicBezTo>
                    <a:pt x="9023" y="11995"/>
                    <a:pt x="9467" y="12178"/>
                    <a:pt x="9934" y="12178"/>
                  </a:cubicBezTo>
                  <a:cubicBezTo>
                    <a:pt x="10105" y="12178"/>
                    <a:pt x="10280" y="12153"/>
                    <a:pt x="10452" y="12102"/>
                  </a:cubicBezTo>
                  <a:cubicBezTo>
                    <a:pt x="10520" y="12347"/>
                    <a:pt x="10628" y="12592"/>
                    <a:pt x="10749" y="12837"/>
                  </a:cubicBezTo>
                  <a:cubicBezTo>
                    <a:pt x="11389" y="14049"/>
                    <a:pt x="12493" y="14810"/>
                    <a:pt x="13606" y="14947"/>
                  </a:cubicBezTo>
                  <a:lnTo>
                    <a:pt x="14113" y="14496"/>
                  </a:lnTo>
                  <a:cubicBezTo>
                    <a:pt x="14096" y="14483"/>
                    <a:pt x="14096" y="14483"/>
                    <a:pt x="14083" y="14470"/>
                  </a:cubicBezTo>
                  <a:cubicBezTo>
                    <a:pt x="13077" y="14156"/>
                    <a:pt x="12329" y="13219"/>
                    <a:pt x="12329" y="12089"/>
                  </a:cubicBezTo>
                  <a:lnTo>
                    <a:pt x="12329" y="11994"/>
                  </a:lnTo>
                  <a:cubicBezTo>
                    <a:pt x="12768" y="12248"/>
                    <a:pt x="13281" y="12388"/>
                    <a:pt x="13814" y="12388"/>
                  </a:cubicBezTo>
                  <a:cubicBezTo>
                    <a:pt x="14223" y="12388"/>
                    <a:pt x="14643" y="12305"/>
                    <a:pt x="15050" y="12128"/>
                  </a:cubicBezTo>
                  <a:cubicBezTo>
                    <a:pt x="16562" y="11491"/>
                    <a:pt x="17297" y="9829"/>
                    <a:pt x="16696" y="8428"/>
                  </a:cubicBezTo>
                  <a:cubicBezTo>
                    <a:pt x="16601" y="8196"/>
                    <a:pt x="16464" y="7981"/>
                    <a:pt x="16317" y="7788"/>
                  </a:cubicBezTo>
                  <a:cubicBezTo>
                    <a:pt x="16983" y="7096"/>
                    <a:pt x="17173" y="5897"/>
                    <a:pt x="16709" y="4797"/>
                  </a:cubicBezTo>
                  <a:cubicBezTo>
                    <a:pt x="16288" y="3801"/>
                    <a:pt x="15432" y="3134"/>
                    <a:pt x="14560" y="3027"/>
                  </a:cubicBezTo>
                  <a:cubicBezTo>
                    <a:pt x="14736" y="1789"/>
                    <a:pt x="13391" y="509"/>
                    <a:pt x="11500" y="113"/>
                  </a:cubicBezTo>
                  <a:cubicBezTo>
                    <a:pt x="11130" y="37"/>
                    <a:pt x="10763" y="0"/>
                    <a:pt x="10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2"/>
            <p:cNvSpPr/>
            <p:nvPr/>
          </p:nvSpPr>
          <p:spPr>
            <a:xfrm>
              <a:off x="1638449" y="4379701"/>
              <a:ext cx="408300" cy="408300"/>
            </a:xfrm>
            <a:prstGeom prst="ellipse">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700">
                  <a:solidFill>
                    <a:srgbClr val="FFFFFF"/>
                  </a:solidFill>
                  <a:latin typeface="Fira Sans Extra Condensed Medium"/>
                  <a:ea typeface="Fira Sans Extra Condensed Medium"/>
                  <a:cs typeface="Fira Sans Extra Condensed Medium"/>
                  <a:sym typeface="Fira Sans Extra Condensed Medium"/>
                </a:rPr>
                <a:t>5</a:t>
              </a:r>
              <a:endParaRPr>
                <a:solidFill>
                  <a:srgbClr val="FFFFFF"/>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209" name="Shape 209"/>
        <p:cNvGrpSpPr/>
        <p:nvPr/>
      </p:nvGrpSpPr>
      <p:grpSpPr>
        <a:xfrm>
          <a:off x="0" y="0"/>
          <a:ext cx="0" cy="0"/>
          <a:chOff x="0" y="0"/>
          <a:chExt cx="0" cy="0"/>
        </a:xfrm>
      </p:grpSpPr>
      <p:sp>
        <p:nvSpPr>
          <p:cNvPr id="210" name="Google Shape;210;p23"/>
          <p:cNvSpPr txBox="1"/>
          <p:nvPr/>
        </p:nvSpPr>
        <p:spPr>
          <a:xfrm>
            <a:off x="1132925" y="1087200"/>
            <a:ext cx="7047300" cy="288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200">
                <a:solidFill>
                  <a:srgbClr val="FFFFFF"/>
                </a:solidFill>
              </a:rPr>
              <a:t>Thanks to </a:t>
            </a:r>
            <a:r>
              <a:rPr b="1" lang="en" sz="1100" u="sng">
                <a:solidFill>
                  <a:srgbClr val="869FB2"/>
                </a:solidFill>
              </a:rPr>
              <a:t>S</a:t>
            </a:r>
            <a:r>
              <a:rPr b="1" lang="en" sz="1200" u="sng">
                <a:solidFill>
                  <a:srgbClr val="869FB2"/>
                </a:solidFill>
                <a:hlinkClick r:id="rId3">
                  <a:extLst>
                    <a:ext uri="{A12FA001-AC4F-418D-AE19-62706E023703}">
                      <ahyp:hlinkClr val="tx"/>
                    </a:ext>
                  </a:extLst>
                </a:hlinkClick>
              </a:rPr>
              <a:t>lidesgo</a:t>
            </a:r>
            <a:r>
              <a:rPr lang="en" sz="1200">
                <a:solidFill>
                  <a:srgbClr val="435D74"/>
                </a:solidFill>
              </a:rPr>
              <a:t> </a:t>
            </a:r>
            <a:r>
              <a:rPr lang="en" sz="1200">
                <a:solidFill>
                  <a:srgbClr val="FFFFFF"/>
                </a:solidFill>
              </a:rPr>
              <a:t>and</a:t>
            </a:r>
            <a:r>
              <a:rPr lang="en" sz="1200">
                <a:solidFill>
                  <a:srgbClr val="435D74"/>
                </a:solidFill>
              </a:rPr>
              <a:t> </a:t>
            </a:r>
            <a:r>
              <a:rPr b="1" lang="en" sz="1200" u="sng">
                <a:solidFill>
                  <a:srgbClr val="869FB2"/>
                </a:solidFill>
                <a:hlinkClick r:id="rId4">
                  <a:extLst>
                    <a:ext uri="{A12FA001-AC4F-418D-AE19-62706E023703}">
                      <ahyp:hlinkClr val="tx"/>
                    </a:ext>
                  </a:extLst>
                </a:hlinkClick>
              </a:rPr>
              <a:t>Freepik</a:t>
            </a:r>
            <a:r>
              <a:rPr lang="en" sz="1200">
                <a:solidFill>
                  <a:srgbClr val="435D74"/>
                </a:solidFill>
              </a:rPr>
              <a:t> </a:t>
            </a:r>
            <a:r>
              <a:rPr lang="en" sz="1200">
                <a:solidFill>
                  <a:srgbClr val="FFFFFF"/>
                </a:solidFill>
              </a:rPr>
              <a:t>for this template.</a:t>
            </a:r>
            <a:endParaRPr sz="1100">
              <a:solidFill>
                <a:srgbClr val="FFFFFF"/>
              </a:solidFill>
            </a:endParaRPr>
          </a:p>
          <a:p>
            <a:pPr indent="0" lvl="0" marL="0" rtl="0" algn="ctr">
              <a:lnSpc>
                <a:spcPct val="115000"/>
              </a:lnSpc>
              <a:spcBef>
                <a:spcPts val="400"/>
              </a:spcBef>
              <a:spcAft>
                <a:spcPts val="0"/>
              </a:spcAft>
              <a:buNone/>
            </a:pPr>
            <a:r>
              <a:t/>
            </a:r>
            <a:endParaRPr sz="1100">
              <a:solidFill>
                <a:srgbClr val="435D74"/>
              </a:solidFill>
            </a:endParaRPr>
          </a:p>
          <a:p>
            <a:pPr indent="0" lvl="0" marL="0" rtl="0" algn="ctr">
              <a:lnSpc>
                <a:spcPct val="115000"/>
              </a:lnSpc>
              <a:spcBef>
                <a:spcPts val="0"/>
              </a:spcBef>
              <a:spcAft>
                <a:spcPts val="0"/>
              </a:spcAft>
              <a:buNone/>
            </a:pPr>
            <a:r>
              <a:t/>
            </a:r>
            <a:endParaRPr>
              <a:solidFill>
                <a:srgbClr val="435D74"/>
              </a:solidFill>
            </a:endParaRPr>
          </a:p>
          <a:p>
            <a:pPr indent="0" lvl="0" marL="0" rtl="0" algn="l">
              <a:lnSpc>
                <a:spcPct val="115000"/>
              </a:lnSpc>
              <a:spcBef>
                <a:spcPts val="0"/>
              </a:spcBef>
              <a:spcAft>
                <a:spcPts val="0"/>
              </a:spcAft>
              <a:buNone/>
            </a:pPr>
            <a:r>
              <a:t/>
            </a:r>
            <a:endParaRPr>
              <a:solidFill>
                <a:srgbClr val="435D74"/>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Brain Infographics">
  <a:themeElements>
    <a:clrScheme name="Simple Light">
      <a:dk1>
        <a:srgbClr val="080808"/>
      </a:dk1>
      <a:lt1>
        <a:srgbClr val="FFFFFF"/>
      </a:lt1>
      <a:dk2>
        <a:srgbClr val="337291"/>
      </a:dk2>
      <a:lt2>
        <a:srgbClr val="67BCD6"/>
      </a:lt2>
      <a:accent1>
        <a:srgbClr val="9CE4D0"/>
      </a:accent1>
      <a:accent2>
        <a:srgbClr val="64DEAE"/>
      </a:accent2>
      <a:accent3>
        <a:srgbClr val="009688"/>
      </a:accent3>
      <a:accent4>
        <a:srgbClr val="0C343D"/>
      </a:accent4>
      <a:accent5>
        <a:srgbClr val="0C343D"/>
      </a:accent5>
      <a:accent6>
        <a:srgbClr val="EFEFEF"/>
      </a:accent6>
      <a:hlink>
        <a:srgbClr val="0C34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